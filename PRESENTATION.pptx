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252525"/>
                </a:solidFill>
                <a:latin typeface="Noto Sans CJK HK"/>
                <a:cs typeface="Noto Sans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252525"/>
                </a:solidFill>
                <a:latin typeface="Noto Sans CJK HK"/>
                <a:cs typeface="Noto Sans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252525"/>
                </a:solidFill>
                <a:latin typeface="Noto Sans CJK HK"/>
                <a:cs typeface="Noto Sans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8125" y="238125"/>
            <a:ext cx="11715750" cy="6381750"/>
          </a:xfrm>
          <a:custGeom>
            <a:avLst/>
            <a:gdLst/>
            <a:ahLst/>
            <a:cxnLst/>
            <a:rect l="l" t="t" r="r" b="b"/>
            <a:pathLst>
              <a:path w="11715750" h="6381750">
                <a:moveTo>
                  <a:pt x="11715750" y="0"/>
                </a:moveTo>
                <a:lnTo>
                  <a:pt x="0" y="0"/>
                </a:lnTo>
                <a:lnTo>
                  <a:pt x="0" y="6381750"/>
                </a:lnTo>
                <a:lnTo>
                  <a:pt x="11715750" y="6381750"/>
                </a:lnTo>
                <a:lnTo>
                  <a:pt x="11715750" y="0"/>
                </a:lnTo>
                <a:close/>
              </a:path>
            </a:pathLst>
          </a:custGeom>
          <a:solidFill>
            <a:srgbClr val="E2DE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75229" y="1750377"/>
            <a:ext cx="6241541" cy="2318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252525"/>
                </a:solidFill>
                <a:latin typeface="Noto Sans CJK HK"/>
                <a:cs typeface="Noto Sans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png"/><Relationship Id="rId9" Type="http://schemas.openxmlformats.org/officeDocument/2006/relationships/image" Target="../media/image11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38250" y="1200086"/>
              <a:ext cx="9710801" cy="443395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52625" y="1414525"/>
              <a:ext cx="9296400" cy="4038600"/>
            </a:xfrm>
            <a:custGeom>
              <a:avLst/>
              <a:gdLst/>
              <a:ahLst/>
              <a:cxnLst/>
              <a:rect l="l" t="t" r="r" b="b"/>
              <a:pathLst>
                <a:path w="9296400" h="4038600">
                  <a:moveTo>
                    <a:pt x="0" y="4038600"/>
                  </a:moveTo>
                  <a:lnTo>
                    <a:pt x="9296400" y="4038600"/>
                  </a:lnTo>
                  <a:lnTo>
                    <a:pt x="9296400" y="0"/>
                  </a:lnTo>
                  <a:lnTo>
                    <a:pt x="0" y="0"/>
                  </a:lnTo>
                  <a:lnTo>
                    <a:pt x="0" y="4038600"/>
                  </a:lnTo>
                  <a:close/>
                </a:path>
              </a:pathLst>
            </a:custGeom>
            <a:ln w="63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8125" y="238125"/>
              <a:ext cx="11715750" cy="6381750"/>
            </a:xfrm>
            <a:custGeom>
              <a:avLst/>
              <a:gdLst/>
              <a:ahLst/>
              <a:cxnLst/>
              <a:rect l="l" t="t" r="r" b="b"/>
              <a:pathLst>
                <a:path w="11715750" h="6381750">
                  <a:moveTo>
                    <a:pt x="11715750" y="0"/>
                  </a:moveTo>
                  <a:lnTo>
                    <a:pt x="0" y="0"/>
                  </a:lnTo>
                  <a:lnTo>
                    <a:pt x="0" y="6381750"/>
                  </a:lnTo>
                  <a:lnTo>
                    <a:pt x="11715750" y="6381750"/>
                  </a:lnTo>
                  <a:lnTo>
                    <a:pt x="11715750" y="0"/>
                  </a:lnTo>
                  <a:close/>
                </a:path>
              </a:pathLst>
            </a:custGeom>
            <a:solidFill>
              <a:srgbClr val="E2DE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46492" y="627062"/>
            <a:ext cx="6038850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400" spc="20">
                <a:latin typeface="Gothic Uralic"/>
                <a:cs typeface="Gothic Uralic"/>
              </a:rPr>
              <a:t>“ANIME </a:t>
            </a:r>
            <a:r>
              <a:rPr dirty="0" sz="4400" spc="25">
                <a:latin typeface="Gothic Uralic"/>
                <a:cs typeface="Gothic Uralic"/>
              </a:rPr>
              <a:t>PLAYING</a:t>
            </a:r>
            <a:r>
              <a:rPr dirty="0" sz="4400" spc="-540">
                <a:latin typeface="Gothic Uralic"/>
                <a:cs typeface="Gothic Uralic"/>
              </a:rPr>
              <a:t> </a:t>
            </a:r>
            <a:r>
              <a:rPr dirty="0" sz="4400" spc="20">
                <a:latin typeface="Gothic Uralic"/>
                <a:cs typeface="Gothic Uralic"/>
              </a:rPr>
              <a:t>BOT”</a:t>
            </a:r>
            <a:endParaRPr sz="4400">
              <a:latin typeface="Gothic Uralic"/>
              <a:cs typeface="Gothic Ural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6492" y="2463482"/>
            <a:ext cx="3872865" cy="2183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93040" indent="-180975">
              <a:lnSpc>
                <a:spcPct val="100000"/>
              </a:lnSpc>
              <a:spcBef>
                <a:spcPts val="125"/>
              </a:spcBef>
              <a:buClr>
                <a:srgbClr val="252525"/>
              </a:buClr>
              <a:buFont typeface="Arial"/>
              <a:buChar char="◦"/>
              <a:tabLst>
                <a:tab pos="193675" algn="l"/>
              </a:tabLst>
            </a:pPr>
            <a:r>
              <a:rPr dirty="0" sz="1550" spc="85" b="1">
                <a:latin typeface="Gothic Uralic"/>
                <a:cs typeface="Gothic Uralic"/>
              </a:rPr>
              <a:t>TEAM </a:t>
            </a:r>
            <a:r>
              <a:rPr dirty="0" sz="1550" spc="80" b="1">
                <a:latin typeface="Gothic Uralic"/>
                <a:cs typeface="Gothic Uralic"/>
              </a:rPr>
              <a:t>MEMBERS</a:t>
            </a:r>
            <a:r>
              <a:rPr dirty="0" sz="1550" spc="470" b="1">
                <a:latin typeface="Gothic Uralic"/>
                <a:cs typeface="Gothic Uralic"/>
              </a:rPr>
              <a:t> </a:t>
            </a:r>
            <a:r>
              <a:rPr dirty="0" sz="1550" spc="5" b="1">
                <a:latin typeface="Gothic Uralic"/>
                <a:cs typeface="Gothic Uralic"/>
              </a:rPr>
              <a:t>:</a:t>
            </a:r>
            <a:endParaRPr sz="1550">
              <a:latin typeface="Gothic Uralic"/>
              <a:cs typeface="Gothic Ural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52525"/>
              </a:buClr>
              <a:buFont typeface="Arial"/>
              <a:buChar char="◦"/>
            </a:pPr>
            <a:endParaRPr sz="2600">
              <a:latin typeface="Gothic Uralic"/>
              <a:cs typeface="Gothic Uralic"/>
            </a:endParaRPr>
          </a:p>
          <a:p>
            <a:pPr marL="193040" indent="-180975">
              <a:lnSpc>
                <a:spcPct val="100000"/>
              </a:lnSpc>
              <a:buClr>
                <a:srgbClr val="252525"/>
              </a:buClr>
              <a:buFont typeface="Arial"/>
              <a:buChar char="◦"/>
              <a:tabLst>
                <a:tab pos="193675" algn="l"/>
                <a:tab pos="1355090" algn="l"/>
              </a:tabLst>
            </a:pPr>
            <a:r>
              <a:rPr dirty="0" sz="1550" spc="45">
                <a:latin typeface="Gothic Uralic"/>
                <a:cs typeface="Gothic Uralic"/>
              </a:rPr>
              <a:t>Diya</a:t>
            </a:r>
            <a:r>
              <a:rPr dirty="0" sz="1550" spc="295">
                <a:latin typeface="Gothic Uralic"/>
                <a:cs typeface="Gothic Uralic"/>
              </a:rPr>
              <a:t> </a:t>
            </a:r>
            <a:r>
              <a:rPr dirty="0" sz="1550" spc="65">
                <a:latin typeface="Gothic Uralic"/>
                <a:cs typeface="Gothic Uralic"/>
              </a:rPr>
              <a:t>Bhat	</a:t>
            </a:r>
            <a:r>
              <a:rPr dirty="0" sz="1550" spc="15">
                <a:latin typeface="Gothic Uralic"/>
                <a:cs typeface="Gothic Uralic"/>
              </a:rPr>
              <a:t>|</a:t>
            </a:r>
            <a:r>
              <a:rPr dirty="0" sz="1550" spc="229">
                <a:latin typeface="Gothic Uralic"/>
                <a:cs typeface="Gothic Uralic"/>
              </a:rPr>
              <a:t> </a:t>
            </a:r>
            <a:r>
              <a:rPr dirty="0" sz="1550" spc="90">
                <a:latin typeface="Gothic Uralic"/>
                <a:cs typeface="Gothic Uralic"/>
              </a:rPr>
              <a:t>2022a1r017</a:t>
            </a:r>
            <a:endParaRPr sz="1550">
              <a:latin typeface="Gothic Uralic"/>
              <a:cs typeface="Gothic Ural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52525"/>
              </a:buClr>
              <a:buFont typeface="Arial"/>
              <a:buChar char="◦"/>
            </a:pPr>
            <a:endParaRPr sz="2650">
              <a:latin typeface="Gothic Uralic"/>
              <a:cs typeface="Gothic Uralic"/>
            </a:endParaRPr>
          </a:p>
          <a:p>
            <a:pPr marL="193040" indent="-180975">
              <a:lnSpc>
                <a:spcPct val="100000"/>
              </a:lnSpc>
              <a:buClr>
                <a:srgbClr val="252525"/>
              </a:buClr>
              <a:buFont typeface="Arial"/>
              <a:buChar char="◦"/>
              <a:tabLst>
                <a:tab pos="193675" algn="l"/>
              </a:tabLst>
            </a:pPr>
            <a:r>
              <a:rPr dirty="0" sz="1550" spc="35">
                <a:latin typeface="Gothic Uralic"/>
                <a:cs typeface="Gothic Uralic"/>
              </a:rPr>
              <a:t>Ujjawal </a:t>
            </a:r>
            <a:r>
              <a:rPr dirty="0" sz="1550" spc="45">
                <a:latin typeface="Gothic Uralic"/>
                <a:cs typeface="Gothic Uralic"/>
              </a:rPr>
              <a:t>Singh </a:t>
            </a:r>
            <a:r>
              <a:rPr dirty="0" sz="1550" spc="60">
                <a:latin typeface="Gothic Uralic"/>
                <a:cs typeface="Gothic Uralic"/>
              </a:rPr>
              <a:t>Charak</a:t>
            </a:r>
            <a:r>
              <a:rPr dirty="0" sz="1550" spc="185">
                <a:latin typeface="Gothic Uralic"/>
                <a:cs typeface="Gothic Uralic"/>
              </a:rPr>
              <a:t> </a:t>
            </a:r>
            <a:r>
              <a:rPr dirty="0" sz="1550" spc="90">
                <a:latin typeface="Gothic Uralic"/>
                <a:cs typeface="Gothic Uralic"/>
              </a:rPr>
              <a:t>|2022a1r029</a:t>
            </a:r>
            <a:endParaRPr sz="1550">
              <a:latin typeface="Gothic Uralic"/>
              <a:cs typeface="Gothic Ural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52525"/>
              </a:buClr>
              <a:buFont typeface="Arial"/>
              <a:buChar char="◦"/>
            </a:pPr>
            <a:endParaRPr sz="2650">
              <a:latin typeface="Gothic Uralic"/>
              <a:cs typeface="Gothic Uralic"/>
            </a:endParaRPr>
          </a:p>
          <a:p>
            <a:pPr marL="193040" indent="-180975">
              <a:lnSpc>
                <a:spcPct val="100000"/>
              </a:lnSpc>
              <a:buClr>
                <a:srgbClr val="252525"/>
              </a:buClr>
              <a:buFont typeface="Arial"/>
              <a:buChar char="◦"/>
              <a:tabLst>
                <a:tab pos="193675" algn="l"/>
              </a:tabLst>
            </a:pPr>
            <a:r>
              <a:rPr dirty="0" sz="1550" spc="75">
                <a:latin typeface="Gothic Uralic"/>
                <a:cs typeface="Gothic Uralic"/>
              </a:rPr>
              <a:t>Submitted </a:t>
            </a:r>
            <a:r>
              <a:rPr dirty="0" sz="1550" spc="40">
                <a:latin typeface="Gothic Uralic"/>
                <a:cs typeface="Gothic Uralic"/>
              </a:rPr>
              <a:t>to </a:t>
            </a:r>
            <a:r>
              <a:rPr dirty="0" sz="1550" spc="5">
                <a:latin typeface="Gothic Uralic"/>
                <a:cs typeface="Gothic Uralic"/>
              </a:rPr>
              <a:t>; </a:t>
            </a:r>
            <a:r>
              <a:rPr dirty="0" sz="1550" spc="70">
                <a:latin typeface="Gothic Uralic"/>
                <a:cs typeface="Gothic Uralic"/>
              </a:rPr>
              <a:t>Vani</a:t>
            </a:r>
            <a:r>
              <a:rPr dirty="0" sz="1550" spc="-120">
                <a:latin typeface="Gothic Uralic"/>
                <a:cs typeface="Gothic Uralic"/>
              </a:rPr>
              <a:t> </a:t>
            </a:r>
            <a:r>
              <a:rPr dirty="0" sz="1550" spc="70">
                <a:latin typeface="Gothic Uralic"/>
                <a:cs typeface="Gothic Uralic"/>
              </a:rPr>
              <a:t>Malgar</a:t>
            </a:r>
            <a:endParaRPr sz="1550">
              <a:latin typeface="Gothic Uralic"/>
              <a:cs typeface="Gothic Ural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20050" y="3448050"/>
            <a:ext cx="3019425" cy="10572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625" y="371475"/>
            <a:ext cx="3202305" cy="2371725"/>
            <a:chOff x="428625" y="371475"/>
            <a:chExt cx="3202305" cy="2371725"/>
          </a:xfrm>
        </p:grpSpPr>
        <p:sp>
          <p:nvSpPr>
            <p:cNvPr id="3" name="object 3"/>
            <p:cNvSpPr/>
            <p:nvPr/>
          </p:nvSpPr>
          <p:spPr>
            <a:xfrm>
              <a:off x="428625" y="371475"/>
              <a:ext cx="2371725" cy="23717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709926" y="1557400"/>
              <a:ext cx="914400" cy="323850"/>
            </a:xfrm>
            <a:custGeom>
              <a:avLst/>
              <a:gdLst/>
              <a:ahLst/>
              <a:cxnLst/>
              <a:rect l="l" t="t" r="r" b="b"/>
              <a:pathLst>
                <a:path w="914400" h="323850">
                  <a:moveTo>
                    <a:pt x="752475" y="0"/>
                  </a:moveTo>
                  <a:lnTo>
                    <a:pt x="752475" y="80899"/>
                  </a:lnTo>
                  <a:lnTo>
                    <a:pt x="0" y="80899"/>
                  </a:lnTo>
                  <a:lnTo>
                    <a:pt x="0" y="242824"/>
                  </a:lnTo>
                  <a:lnTo>
                    <a:pt x="752475" y="242824"/>
                  </a:lnTo>
                  <a:lnTo>
                    <a:pt x="752475" y="323850"/>
                  </a:lnTo>
                  <a:lnTo>
                    <a:pt x="914400" y="161925"/>
                  </a:lnTo>
                  <a:lnTo>
                    <a:pt x="752475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709926" y="1557400"/>
              <a:ext cx="914400" cy="323850"/>
            </a:xfrm>
            <a:custGeom>
              <a:avLst/>
              <a:gdLst/>
              <a:ahLst/>
              <a:cxnLst/>
              <a:rect l="l" t="t" r="r" b="b"/>
              <a:pathLst>
                <a:path w="914400" h="323850">
                  <a:moveTo>
                    <a:pt x="0" y="80899"/>
                  </a:moveTo>
                  <a:lnTo>
                    <a:pt x="752475" y="80899"/>
                  </a:lnTo>
                  <a:lnTo>
                    <a:pt x="752475" y="0"/>
                  </a:lnTo>
                  <a:lnTo>
                    <a:pt x="914400" y="161925"/>
                  </a:lnTo>
                  <a:lnTo>
                    <a:pt x="752475" y="323850"/>
                  </a:lnTo>
                  <a:lnTo>
                    <a:pt x="752475" y="242824"/>
                  </a:lnTo>
                  <a:lnTo>
                    <a:pt x="0" y="242824"/>
                  </a:lnTo>
                  <a:lnTo>
                    <a:pt x="0" y="80899"/>
                  </a:lnTo>
                  <a:close/>
                </a:path>
              </a:pathLst>
            </a:custGeom>
            <a:ln w="12700">
              <a:solidFill>
                <a:srgbClr val="05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4076700" y="523875"/>
            <a:ext cx="3000375" cy="2066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7256526" y="1646301"/>
            <a:ext cx="984250" cy="355600"/>
            <a:chOff x="7256526" y="1646301"/>
            <a:chExt cx="984250" cy="355600"/>
          </a:xfrm>
        </p:grpSpPr>
        <p:sp>
          <p:nvSpPr>
            <p:cNvPr id="8" name="object 8"/>
            <p:cNvSpPr/>
            <p:nvPr/>
          </p:nvSpPr>
          <p:spPr>
            <a:xfrm>
              <a:off x="7262876" y="1652651"/>
              <a:ext cx="971550" cy="342900"/>
            </a:xfrm>
            <a:custGeom>
              <a:avLst/>
              <a:gdLst/>
              <a:ahLst/>
              <a:cxnLst/>
              <a:rect l="l" t="t" r="r" b="b"/>
              <a:pathLst>
                <a:path w="971550" h="342900">
                  <a:moveTo>
                    <a:pt x="800100" y="0"/>
                  </a:moveTo>
                  <a:lnTo>
                    <a:pt x="800100" y="85598"/>
                  </a:lnTo>
                  <a:lnTo>
                    <a:pt x="0" y="85598"/>
                  </a:lnTo>
                  <a:lnTo>
                    <a:pt x="0" y="257175"/>
                  </a:lnTo>
                  <a:lnTo>
                    <a:pt x="800100" y="257175"/>
                  </a:lnTo>
                  <a:lnTo>
                    <a:pt x="800100" y="342900"/>
                  </a:lnTo>
                  <a:lnTo>
                    <a:pt x="971550" y="17145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262876" y="1652651"/>
              <a:ext cx="971550" cy="342900"/>
            </a:xfrm>
            <a:custGeom>
              <a:avLst/>
              <a:gdLst/>
              <a:ahLst/>
              <a:cxnLst/>
              <a:rect l="l" t="t" r="r" b="b"/>
              <a:pathLst>
                <a:path w="971550" h="342900">
                  <a:moveTo>
                    <a:pt x="0" y="85598"/>
                  </a:moveTo>
                  <a:lnTo>
                    <a:pt x="800100" y="85598"/>
                  </a:lnTo>
                  <a:lnTo>
                    <a:pt x="800100" y="0"/>
                  </a:lnTo>
                  <a:lnTo>
                    <a:pt x="971550" y="171450"/>
                  </a:lnTo>
                  <a:lnTo>
                    <a:pt x="800100" y="342900"/>
                  </a:lnTo>
                  <a:lnTo>
                    <a:pt x="800100" y="257175"/>
                  </a:lnTo>
                  <a:lnTo>
                    <a:pt x="0" y="257175"/>
                  </a:lnTo>
                  <a:lnTo>
                    <a:pt x="0" y="85598"/>
                  </a:lnTo>
                  <a:close/>
                </a:path>
              </a:pathLst>
            </a:custGeom>
            <a:ln w="12700">
              <a:solidFill>
                <a:srgbClr val="05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8458200" y="428625"/>
            <a:ext cx="3000375" cy="22193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10590276" y="3132201"/>
            <a:ext cx="879475" cy="917575"/>
            <a:chOff x="10590276" y="3132201"/>
            <a:chExt cx="879475" cy="917575"/>
          </a:xfrm>
        </p:grpSpPr>
        <p:sp>
          <p:nvSpPr>
            <p:cNvPr id="12" name="object 12"/>
            <p:cNvSpPr/>
            <p:nvPr/>
          </p:nvSpPr>
          <p:spPr>
            <a:xfrm>
              <a:off x="10596626" y="3138551"/>
              <a:ext cx="866775" cy="904875"/>
            </a:xfrm>
            <a:custGeom>
              <a:avLst/>
              <a:gdLst/>
              <a:ahLst/>
              <a:cxnLst/>
              <a:rect l="l" t="t" r="r" b="b"/>
              <a:pathLst>
                <a:path w="866775" h="904875">
                  <a:moveTo>
                    <a:pt x="649985" y="0"/>
                  </a:moveTo>
                  <a:lnTo>
                    <a:pt x="433324" y="216662"/>
                  </a:lnTo>
                  <a:lnTo>
                    <a:pt x="541654" y="216662"/>
                  </a:lnTo>
                  <a:lnTo>
                    <a:pt x="541654" y="579755"/>
                  </a:lnTo>
                  <a:lnTo>
                    <a:pt x="216662" y="579755"/>
                  </a:lnTo>
                  <a:lnTo>
                    <a:pt x="216662" y="471424"/>
                  </a:lnTo>
                  <a:lnTo>
                    <a:pt x="0" y="688086"/>
                  </a:lnTo>
                  <a:lnTo>
                    <a:pt x="216662" y="904875"/>
                  </a:lnTo>
                  <a:lnTo>
                    <a:pt x="216662" y="796417"/>
                  </a:lnTo>
                  <a:lnTo>
                    <a:pt x="758317" y="796417"/>
                  </a:lnTo>
                  <a:lnTo>
                    <a:pt x="758317" y="216662"/>
                  </a:lnTo>
                  <a:lnTo>
                    <a:pt x="866775" y="216662"/>
                  </a:lnTo>
                  <a:lnTo>
                    <a:pt x="649985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596626" y="3138551"/>
              <a:ext cx="866775" cy="904875"/>
            </a:xfrm>
            <a:custGeom>
              <a:avLst/>
              <a:gdLst/>
              <a:ahLst/>
              <a:cxnLst/>
              <a:rect l="l" t="t" r="r" b="b"/>
              <a:pathLst>
                <a:path w="866775" h="904875">
                  <a:moveTo>
                    <a:pt x="0" y="688086"/>
                  </a:moveTo>
                  <a:lnTo>
                    <a:pt x="216662" y="471424"/>
                  </a:lnTo>
                  <a:lnTo>
                    <a:pt x="216662" y="579755"/>
                  </a:lnTo>
                  <a:lnTo>
                    <a:pt x="541654" y="579755"/>
                  </a:lnTo>
                  <a:lnTo>
                    <a:pt x="541654" y="216662"/>
                  </a:lnTo>
                  <a:lnTo>
                    <a:pt x="433324" y="216662"/>
                  </a:lnTo>
                  <a:lnTo>
                    <a:pt x="649985" y="0"/>
                  </a:lnTo>
                  <a:lnTo>
                    <a:pt x="866775" y="216662"/>
                  </a:lnTo>
                  <a:lnTo>
                    <a:pt x="758317" y="216662"/>
                  </a:lnTo>
                  <a:lnTo>
                    <a:pt x="758317" y="796417"/>
                  </a:lnTo>
                  <a:lnTo>
                    <a:pt x="216662" y="796417"/>
                  </a:lnTo>
                  <a:lnTo>
                    <a:pt x="216662" y="904875"/>
                  </a:lnTo>
                  <a:lnTo>
                    <a:pt x="0" y="688086"/>
                  </a:lnTo>
                  <a:close/>
                </a:path>
              </a:pathLst>
            </a:custGeom>
            <a:ln w="12700">
              <a:solidFill>
                <a:srgbClr val="05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7077075" y="3133725"/>
            <a:ext cx="3143250" cy="17049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5980176" y="3989451"/>
            <a:ext cx="822325" cy="288925"/>
            <a:chOff x="5980176" y="3989451"/>
            <a:chExt cx="822325" cy="288925"/>
          </a:xfrm>
        </p:grpSpPr>
        <p:sp>
          <p:nvSpPr>
            <p:cNvPr id="16" name="object 16"/>
            <p:cNvSpPr/>
            <p:nvPr/>
          </p:nvSpPr>
          <p:spPr>
            <a:xfrm>
              <a:off x="5986526" y="3995801"/>
              <a:ext cx="809625" cy="276225"/>
            </a:xfrm>
            <a:custGeom>
              <a:avLst/>
              <a:gdLst/>
              <a:ahLst/>
              <a:cxnLst/>
              <a:rect l="l" t="t" r="r" b="b"/>
              <a:pathLst>
                <a:path w="809625" h="276225">
                  <a:moveTo>
                    <a:pt x="138049" y="0"/>
                  </a:moveTo>
                  <a:lnTo>
                    <a:pt x="0" y="138049"/>
                  </a:lnTo>
                  <a:lnTo>
                    <a:pt x="138049" y="276225"/>
                  </a:lnTo>
                  <a:lnTo>
                    <a:pt x="138049" y="207137"/>
                  </a:lnTo>
                  <a:lnTo>
                    <a:pt x="809625" y="207137"/>
                  </a:lnTo>
                  <a:lnTo>
                    <a:pt x="809625" y="68961"/>
                  </a:lnTo>
                  <a:lnTo>
                    <a:pt x="138049" y="68961"/>
                  </a:lnTo>
                  <a:lnTo>
                    <a:pt x="138049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986526" y="3995801"/>
              <a:ext cx="809625" cy="276225"/>
            </a:xfrm>
            <a:custGeom>
              <a:avLst/>
              <a:gdLst/>
              <a:ahLst/>
              <a:cxnLst/>
              <a:rect l="l" t="t" r="r" b="b"/>
              <a:pathLst>
                <a:path w="809625" h="276225">
                  <a:moveTo>
                    <a:pt x="0" y="138049"/>
                  </a:moveTo>
                  <a:lnTo>
                    <a:pt x="138049" y="0"/>
                  </a:lnTo>
                  <a:lnTo>
                    <a:pt x="138049" y="68961"/>
                  </a:lnTo>
                  <a:lnTo>
                    <a:pt x="809625" y="68961"/>
                  </a:lnTo>
                  <a:lnTo>
                    <a:pt x="809625" y="207137"/>
                  </a:lnTo>
                  <a:lnTo>
                    <a:pt x="138049" y="207137"/>
                  </a:lnTo>
                  <a:lnTo>
                    <a:pt x="138049" y="276225"/>
                  </a:lnTo>
                  <a:lnTo>
                    <a:pt x="0" y="138049"/>
                  </a:lnTo>
                  <a:close/>
                </a:path>
              </a:pathLst>
            </a:custGeom>
            <a:ln w="12700">
              <a:solidFill>
                <a:srgbClr val="05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2570226" y="3789426"/>
            <a:ext cx="917575" cy="403225"/>
            <a:chOff x="2570226" y="3789426"/>
            <a:chExt cx="917575" cy="403225"/>
          </a:xfrm>
        </p:grpSpPr>
        <p:sp>
          <p:nvSpPr>
            <p:cNvPr id="19" name="object 19"/>
            <p:cNvSpPr/>
            <p:nvPr/>
          </p:nvSpPr>
          <p:spPr>
            <a:xfrm>
              <a:off x="2576576" y="3795776"/>
              <a:ext cx="904875" cy="390525"/>
            </a:xfrm>
            <a:custGeom>
              <a:avLst/>
              <a:gdLst/>
              <a:ahLst/>
              <a:cxnLst/>
              <a:rect l="l" t="t" r="r" b="b"/>
              <a:pathLst>
                <a:path w="904875" h="390525">
                  <a:moveTo>
                    <a:pt x="195199" y="0"/>
                  </a:moveTo>
                  <a:lnTo>
                    <a:pt x="0" y="195199"/>
                  </a:lnTo>
                  <a:lnTo>
                    <a:pt x="195199" y="390525"/>
                  </a:lnTo>
                  <a:lnTo>
                    <a:pt x="195199" y="292862"/>
                  </a:lnTo>
                  <a:lnTo>
                    <a:pt x="904875" y="292862"/>
                  </a:lnTo>
                  <a:lnTo>
                    <a:pt x="904875" y="97536"/>
                  </a:lnTo>
                  <a:lnTo>
                    <a:pt x="195199" y="97536"/>
                  </a:lnTo>
                  <a:lnTo>
                    <a:pt x="195199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576576" y="3795776"/>
              <a:ext cx="904875" cy="390525"/>
            </a:xfrm>
            <a:custGeom>
              <a:avLst/>
              <a:gdLst/>
              <a:ahLst/>
              <a:cxnLst/>
              <a:rect l="l" t="t" r="r" b="b"/>
              <a:pathLst>
                <a:path w="904875" h="390525">
                  <a:moveTo>
                    <a:pt x="0" y="195199"/>
                  </a:moveTo>
                  <a:lnTo>
                    <a:pt x="195199" y="0"/>
                  </a:lnTo>
                  <a:lnTo>
                    <a:pt x="195199" y="97536"/>
                  </a:lnTo>
                  <a:lnTo>
                    <a:pt x="904875" y="97536"/>
                  </a:lnTo>
                  <a:lnTo>
                    <a:pt x="904875" y="292862"/>
                  </a:lnTo>
                  <a:lnTo>
                    <a:pt x="195199" y="292862"/>
                  </a:lnTo>
                  <a:lnTo>
                    <a:pt x="195199" y="390525"/>
                  </a:lnTo>
                  <a:lnTo>
                    <a:pt x="0" y="195199"/>
                  </a:lnTo>
                  <a:close/>
                </a:path>
              </a:pathLst>
            </a:custGeom>
            <a:ln w="12700">
              <a:solidFill>
                <a:srgbClr val="05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941387" y="5180076"/>
            <a:ext cx="737235" cy="688975"/>
            <a:chOff x="941387" y="5180076"/>
            <a:chExt cx="737235" cy="688975"/>
          </a:xfrm>
        </p:grpSpPr>
        <p:sp>
          <p:nvSpPr>
            <p:cNvPr id="22" name="object 22"/>
            <p:cNvSpPr/>
            <p:nvPr/>
          </p:nvSpPr>
          <p:spPr>
            <a:xfrm>
              <a:off x="947737" y="5186426"/>
              <a:ext cx="724535" cy="676275"/>
            </a:xfrm>
            <a:custGeom>
              <a:avLst/>
              <a:gdLst/>
              <a:ahLst/>
              <a:cxnLst/>
              <a:rect l="l" t="t" r="r" b="b"/>
              <a:pathLst>
                <a:path w="724535" h="676275">
                  <a:moveTo>
                    <a:pt x="169062" y="0"/>
                  </a:moveTo>
                  <a:lnTo>
                    <a:pt x="0" y="0"/>
                  </a:lnTo>
                  <a:lnTo>
                    <a:pt x="0" y="591680"/>
                  </a:lnTo>
                  <a:lnTo>
                    <a:pt x="554799" y="591680"/>
                  </a:lnTo>
                  <a:lnTo>
                    <a:pt x="554799" y="676211"/>
                  </a:lnTo>
                  <a:lnTo>
                    <a:pt x="723963" y="507149"/>
                  </a:lnTo>
                  <a:lnTo>
                    <a:pt x="554799" y="338074"/>
                  </a:lnTo>
                  <a:lnTo>
                    <a:pt x="554799" y="422605"/>
                  </a:lnTo>
                  <a:lnTo>
                    <a:pt x="169062" y="422605"/>
                  </a:lnTo>
                  <a:lnTo>
                    <a:pt x="169062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47737" y="5186426"/>
              <a:ext cx="724535" cy="676275"/>
            </a:xfrm>
            <a:custGeom>
              <a:avLst/>
              <a:gdLst/>
              <a:ahLst/>
              <a:cxnLst/>
              <a:rect l="l" t="t" r="r" b="b"/>
              <a:pathLst>
                <a:path w="724535" h="676275">
                  <a:moveTo>
                    <a:pt x="169062" y="0"/>
                  </a:moveTo>
                  <a:lnTo>
                    <a:pt x="169062" y="422605"/>
                  </a:lnTo>
                  <a:lnTo>
                    <a:pt x="554799" y="422605"/>
                  </a:lnTo>
                  <a:lnTo>
                    <a:pt x="554799" y="338074"/>
                  </a:lnTo>
                  <a:lnTo>
                    <a:pt x="723963" y="507149"/>
                  </a:lnTo>
                  <a:lnTo>
                    <a:pt x="554799" y="676211"/>
                  </a:lnTo>
                  <a:lnTo>
                    <a:pt x="554799" y="591680"/>
                  </a:lnTo>
                  <a:lnTo>
                    <a:pt x="0" y="591680"/>
                  </a:lnTo>
                  <a:lnTo>
                    <a:pt x="0" y="0"/>
                  </a:lnTo>
                  <a:lnTo>
                    <a:pt x="169062" y="0"/>
                  </a:lnTo>
                  <a:close/>
                </a:path>
              </a:pathLst>
            </a:custGeom>
            <a:ln w="12700">
              <a:solidFill>
                <a:srgbClr val="05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3743325" y="3219450"/>
            <a:ext cx="2152650" cy="1524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4846701" y="5570601"/>
            <a:ext cx="984250" cy="365125"/>
            <a:chOff x="4846701" y="5570601"/>
            <a:chExt cx="984250" cy="365125"/>
          </a:xfrm>
        </p:grpSpPr>
        <p:sp>
          <p:nvSpPr>
            <p:cNvPr id="26" name="object 26"/>
            <p:cNvSpPr/>
            <p:nvPr/>
          </p:nvSpPr>
          <p:spPr>
            <a:xfrm>
              <a:off x="4853051" y="5576951"/>
              <a:ext cx="971550" cy="352425"/>
            </a:xfrm>
            <a:custGeom>
              <a:avLst/>
              <a:gdLst/>
              <a:ahLst/>
              <a:cxnLst/>
              <a:rect l="l" t="t" r="r" b="b"/>
              <a:pathLst>
                <a:path w="971550" h="352425">
                  <a:moveTo>
                    <a:pt x="795274" y="0"/>
                  </a:moveTo>
                  <a:lnTo>
                    <a:pt x="795274" y="88049"/>
                  </a:lnTo>
                  <a:lnTo>
                    <a:pt x="0" y="88049"/>
                  </a:lnTo>
                  <a:lnTo>
                    <a:pt x="0" y="264261"/>
                  </a:lnTo>
                  <a:lnTo>
                    <a:pt x="795274" y="264261"/>
                  </a:lnTo>
                  <a:lnTo>
                    <a:pt x="795274" y="352361"/>
                  </a:lnTo>
                  <a:lnTo>
                    <a:pt x="971550" y="176149"/>
                  </a:lnTo>
                  <a:lnTo>
                    <a:pt x="795274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853051" y="5576951"/>
              <a:ext cx="971550" cy="352425"/>
            </a:xfrm>
            <a:custGeom>
              <a:avLst/>
              <a:gdLst/>
              <a:ahLst/>
              <a:cxnLst/>
              <a:rect l="l" t="t" r="r" b="b"/>
              <a:pathLst>
                <a:path w="971550" h="352425">
                  <a:moveTo>
                    <a:pt x="0" y="88049"/>
                  </a:moveTo>
                  <a:lnTo>
                    <a:pt x="795274" y="88049"/>
                  </a:lnTo>
                  <a:lnTo>
                    <a:pt x="795274" y="0"/>
                  </a:lnTo>
                  <a:lnTo>
                    <a:pt x="971550" y="176149"/>
                  </a:lnTo>
                  <a:lnTo>
                    <a:pt x="795274" y="352361"/>
                  </a:lnTo>
                  <a:lnTo>
                    <a:pt x="795274" y="264261"/>
                  </a:lnTo>
                  <a:lnTo>
                    <a:pt x="0" y="264261"/>
                  </a:lnTo>
                  <a:lnTo>
                    <a:pt x="0" y="88049"/>
                  </a:lnTo>
                  <a:close/>
                </a:path>
              </a:pathLst>
            </a:custGeom>
            <a:ln w="12700">
              <a:solidFill>
                <a:srgbClr val="0546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/>
          <p:nvPr/>
        </p:nvSpPr>
        <p:spPr>
          <a:xfrm>
            <a:off x="276225" y="3219450"/>
            <a:ext cx="2295525" cy="1714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685925" y="5257800"/>
            <a:ext cx="3143250" cy="9810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77812" y="111823"/>
            <a:ext cx="18910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Gothic Uralic"/>
                <a:cs typeface="Gothic Uralic"/>
              </a:rPr>
              <a:t>Project</a:t>
            </a:r>
            <a:r>
              <a:rPr dirty="0" sz="1800" spc="20" b="1">
                <a:latin typeface="Gothic Uralic"/>
                <a:cs typeface="Gothic Uralic"/>
              </a:rPr>
              <a:t> </a:t>
            </a:r>
            <a:r>
              <a:rPr dirty="0" sz="1800" spc="10" b="1">
                <a:latin typeface="Gothic Uralic"/>
                <a:cs typeface="Gothic Uralic"/>
              </a:rPr>
              <a:t>summary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19825" y="5048250"/>
            <a:ext cx="2286000" cy="12858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125" y="238125"/>
            <a:ext cx="11715750" cy="6381750"/>
          </a:xfrm>
          <a:custGeom>
            <a:avLst/>
            <a:gdLst/>
            <a:ahLst/>
            <a:cxnLst/>
            <a:rect l="l" t="t" r="r" b="b"/>
            <a:pathLst>
              <a:path w="11715750" h="6381750">
                <a:moveTo>
                  <a:pt x="11715750" y="0"/>
                </a:moveTo>
                <a:lnTo>
                  <a:pt x="0" y="0"/>
                </a:lnTo>
                <a:lnTo>
                  <a:pt x="0" y="6381750"/>
                </a:lnTo>
                <a:lnTo>
                  <a:pt x="11715750" y="6381750"/>
                </a:lnTo>
                <a:lnTo>
                  <a:pt x="11715750" y="0"/>
                </a:lnTo>
                <a:close/>
              </a:path>
            </a:pathLst>
          </a:custGeom>
          <a:solidFill>
            <a:srgbClr val="E2DE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854" y="256286"/>
            <a:ext cx="217170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35">
                <a:solidFill>
                  <a:srgbClr val="000000"/>
                </a:solidFill>
                <a:latin typeface="Times New Roman"/>
                <a:cs typeface="Times New Roman"/>
              </a:rPr>
              <a:t>Procedure: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854" y="796480"/>
            <a:ext cx="10992485" cy="1704339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00" spc="-100">
                <a:latin typeface="Times New Roman"/>
                <a:cs typeface="Times New Roman"/>
              </a:rPr>
              <a:t>To </a:t>
            </a:r>
            <a:r>
              <a:rPr dirty="0" sz="1800" spc="15">
                <a:latin typeface="Times New Roman"/>
                <a:cs typeface="Times New Roman"/>
              </a:rPr>
              <a:t>create </a:t>
            </a:r>
            <a:r>
              <a:rPr dirty="0" sz="1800" spc="10">
                <a:latin typeface="Times New Roman"/>
                <a:cs typeface="Times New Roman"/>
              </a:rPr>
              <a:t>an </a:t>
            </a:r>
            <a:r>
              <a:rPr dirty="0" sz="1800" spc="-15">
                <a:latin typeface="Times New Roman"/>
                <a:cs typeface="Times New Roman"/>
              </a:rPr>
              <a:t>anime </a:t>
            </a:r>
            <a:r>
              <a:rPr dirty="0" sz="1800" spc="-10">
                <a:latin typeface="Times New Roman"/>
                <a:cs typeface="Times New Roman"/>
              </a:rPr>
              <a:t>play </a:t>
            </a:r>
            <a:r>
              <a:rPr dirty="0" sz="1800" spc="5">
                <a:latin typeface="Times New Roman"/>
                <a:cs typeface="Times New Roman"/>
              </a:rPr>
              <a:t>both </a:t>
            </a:r>
            <a:r>
              <a:rPr dirty="0" sz="1800" spc="-25">
                <a:latin typeface="Times New Roman"/>
                <a:cs typeface="Times New Roman"/>
              </a:rPr>
              <a:t>in </a:t>
            </a:r>
            <a:r>
              <a:rPr dirty="0" sz="1800" spc="-10">
                <a:latin typeface="Times New Roman"/>
                <a:cs typeface="Times New Roman"/>
              </a:rPr>
              <a:t>UiPath </a:t>
            </a:r>
            <a:r>
              <a:rPr dirty="0" sz="1800" spc="-20">
                <a:latin typeface="Times New Roman"/>
                <a:cs typeface="Times New Roman"/>
              </a:rPr>
              <a:t>Studio, </a:t>
            </a:r>
            <a:r>
              <a:rPr dirty="0" sz="1800" spc="-15">
                <a:latin typeface="Times New Roman"/>
                <a:cs typeface="Times New Roman"/>
              </a:rPr>
              <a:t>we follow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20">
                <a:latin typeface="Times New Roman"/>
                <a:cs typeface="Times New Roman"/>
              </a:rPr>
              <a:t>following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5">
                <a:latin typeface="Times New Roman"/>
                <a:cs typeface="Times New Roman"/>
              </a:rPr>
              <a:t>procedure:</a:t>
            </a:r>
            <a:endParaRPr sz="1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dirty="0" sz="1800" spc="-10">
                <a:latin typeface="Times New Roman"/>
                <a:cs typeface="Times New Roman"/>
              </a:rPr>
              <a:t>Define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20">
                <a:latin typeface="Times New Roman"/>
                <a:cs typeface="Times New Roman"/>
              </a:rPr>
              <a:t>Scope </a:t>
            </a:r>
            <a:r>
              <a:rPr dirty="0" sz="1800" spc="5">
                <a:latin typeface="Times New Roman"/>
                <a:cs typeface="Times New Roman"/>
              </a:rPr>
              <a:t>and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Objectives:</a:t>
            </a:r>
            <a:endParaRPr sz="1800">
              <a:latin typeface="Times New Roman"/>
              <a:cs typeface="Times New Roman"/>
            </a:endParaRPr>
          </a:p>
          <a:p>
            <a:pPr lvl="1" marL="756285" indent="-28575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Clearly </a:t>
            </a:r>
            <a:r>
              <a:rPr dirty="0" sz="1800" spc="-5">
                <a:latin typeface="Times New Roman"/>
                <a:cs typeface="Times New Roman"/>
              </a:rPr>
              <a:t>define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5">
                <a:latin typeface="Times New Roman"/>
                <a:cs typeface="Times New Roman"/>
              </a:rPr>
              <a:t>purpose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-5">
                <a:latin typeface="Times New Roman"/>
                <a:cs typeface="Times New Roman"/>
              </a:rPr>
              <a:t>objectives </a:t>
            </a:r>
            <a:r>
              <a:rPr dirty="0" sz="1800">
                <a:latin typeface="Times New Roman"/>
                <a:cs typeface="Times New Roman"/>
              </a:rPr>
              <a:t>of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20">
                <a:latin typeface="Times New Roman"/>
                <a:cs typeface="Times New Roman"/>
              </a:rPr>
              <a:t>anime </a:t>
            </a:r>
            <a:r>
              <a:rPr dirty="0" sz="1800" spc="-10">
                <a:latin typeface="Times New Roman"/>
                <a:cs typeface="Times New Roman"/>
              </a:rPr>
              <a:t>play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bot.</a:t>
            </a:r>
            <a:endParaRPr sz="1800">
              <a:latin typeface="Times New Roman"/>
              <a:cs typeface="Times New Roman"/>
            </a:endParaRPr>
          </a:p>
          <a:p>
            <a:pPr lvl="1" marL="756285" marR="5080" indent="-285750">
              <a:lnSpc>
                <a:spcPts val="2330"/>
              </a:lnSpc>
              <a:spcBef>
                <a:spcPts val="105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Determine </a:t>
            </a:r>
            <a:r>
              <a:rPr dirty="0" sz="1800" spc="5">
                <a:latin typeface="Times New Roman"/>
                <a:cs typeface="Times New Roman"/>
              </a:rPr>
              <a:t>the key </a:t>
            </a:r>
            <a:r>
              <a:rPr dirty="0" sz="1800" spc="-10">
                <a:latin typeface="Times New Roman"/>
                <a:cs typeface="Times New Roman"/>
              </a:rPr>
              <a:t>functionalities </a:t>
            </a:r>
            <a:r>
              <a:rPr dirty="0" sz="1800">
                <a:latin typeface="Times New Roman"/>
                <a:cs typeface="Times New Roman"/>
              </a:rPr>
              <a:t>you </a:t>
            </a:r>
            <a:r>
              <a:rPr dirty="0" sz="1800" spc="-5">
                <a:latin typeface="Times New Roman"/>
                <a:cs typeface="Times New Roman"/>
              </a:rPr>
              <a:t>want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 spc="-10">
                <a:latin typeface="Times New Roman"/>
                <a:cs typeface="Times New Roman"/>
              </a:rPr>
              <a:t>include, </a:t>
            </a:r>
            <a:r>
              <a:rPr dirty="0" sz="1800" spc="-5">
                <a:latin typeface="Times New Roman"/>
                <a:cs typeface="Times New Roman"/>
              </a:rPr>
              <a:t>such </a:t>
            </a:r>
            <a:r>
              <a:rPr dirty="0" sz="1800" spc="10">
                <a:latin typeface="Times New Roman"/>
                <a:cs typeface="Times New Roman"/>
              </a:rPr>
              <a:t>as </a:t>
            </a:r>
            <a:r>
              <a:rPr dirty="0" sz="1800" spc="-20">
                <a:latin typeface="Times New Roman"/>
                <a:cs typeface="Times New Roman"/>
              </a:rPr>
              <a:t>anime </a:t>
            </a:r>
            <a:r>
              <a:rPr dirty="0" sz="1800" spc="-15">
                <a:latin typeface="Times New Roman"/>
                <a:cs typeface="Times New Roman"/>
              </a:rPr>
              <a:t>information </a:t>
            </a:r>
            <a:r>
              <a:rPr dirty="0" sz="1800" spc="-5">
                <a:latin typeface="Times New Roman"/>
                <a:cs typeface="Times New Roman"/>
              </a:rPr>
              <a:t>retrieval, </a:t>
            </a:r>
            <a:r>
              <a:rPr dirty="0" sz="1800" spc="-25">
                <a:latin typeface="Times New Roman"/>
                <a:cs typeface="Times New Roman"/>
              </a:rPr>
              <a:t>dialogue </a:t>
            </a:r>
            <a:r>
              <a:rPr dirty="0" sz="1800" spc="-20">
                <a:latin typeface="Times New Roman"/>
                <a:cs typeface="Times New Roman"/>
              </a:rPr>
              <a:t>simulation,  </a:t>
            </a:r>
            <a:r>
              <a:rPr dirty="0" sz="1800" spc="-25">
                <a:latin typeface="Times New Roman"/>
                <a:cs typeface="Times New Roman"/>
              </a:rPr>
              <a:t>mini-games, </a:t>
            </a:r>
            <a:r>
              <a:rPr dirty="0" sz="1800" spc="-5">
                <a:latin typeface="Times New Roman"/>
                <a:cs typeface="Times New Roman"/>
              </a:rPr>
              <a:t>voice </a:t>
            </a:r>
            <a:r>
              <a:rPr dirty="0" sz="1800" spc="-10">
                <a:latin typeface="Times New Roman"/>
                <a:cs typeface="Times New Roman"/>
              </a:rPr>
              <a:t>acting,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15">
                <a:latin typeface="Times New Roman"/>
                <a:cs typeface="Times New Roman"/>
              </a:rPr>
              <a:t>etc.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854" y="2496502"/>
            <a:ext cx="22129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2.	</a:t>
            </a:r>
            <a:r>
              <a:rPr dirty="0" sz="1800" spc="5">
                <a:latin typeface="Times New Roman"/>
                <a:cs typeface="Times New Roman"/>
              </a:rPr>
              <a:t>Gather </a:t>
            </a:r>
            <a:r>
              <a:rPr dirty="0" sz="1800" spc="-30">
                <a:latin typeface="Times New Roman"/>
                <a:cs typeface="Times New Roman"/>
              </a:rPr>
              <a:t>Anime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5">
                <a:latin typeface="Times New Roman"/>
                <a:cs typeface="Times New Roman"/>
              </a:rPr>
              <a:t>Data: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690" y="2675572"/>
            <a:ext cx="10941050" cy="1103630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20"/>
              </a:spcBef>
              <a:buFont typeface="Symbol"/>
              <a:buChar char=""/>
              <a:tabLst>
                <a:tab pos="297815" algn="l"/>
                <a:tab pos="298450" algn="l"/>
              </a:tabLst>
            </a:pPr>
            <a:r>
              <a:rPr dirty="0" sz="1800" spc="-5">
                <a:latin typeface="Times New Roman"/>
                <a:cs typeface="Times New Roman"/>
              </a:rPr>
              <a:t>Identify </a:t>
            </a:r>
            <a:r>
              <a:rPr dirty="0" sz="1800" spc="-20">
                <a:latin typeface="Times New Roman"/>
                <a:cs typeface="Times New Roman"/>
              </a:rPr>
              <a:t>reliable </a:t>
            </a:r>
            <a:r>
              <a:rPr dirty="0" sz="1800">
                <a:latin typeface="Times New Roman"/>
                <a:cs typeface="Times New Roman"/>
              </a:rPr>
              <a:t>sources for </a:t>
            </a:r>
            <a:r>
              <a:rPr dirty="0" sz="1800" spc="-10">
                <a:latin typeface="Times New Roman"/>
                <a:cs typeface="Times New Roman"/>
              </a:rPr>
              <a:t>obtaining </a:t>
            </a:r>
            <a:r>
              <a:rPr dirty="0" sz="1800">
                <a:latin typeface="Times New Roman"/>
                <a:cs typeface="Times New Roman"/>
              </a:rPr>
              <a:t>anime-related </a:t>
            </a:r>
            <a:r>
              <a:rPr dirty="0" sz="1800" spc="10">
                <a:latin typeface="Times New Roman"/>
                <a:cs typeface="Times New Roman"/>
              </a:rPr>
              <a:t>data, </a:t>
            </a:r>
            <a:r>
              <a:rPr dirty="0" sz="1800" spc="-5">
                <a:latin typeface="Times New Roman"/>
                <a:cs typeface="Times New Roman"/>
              </a:rPr>
              <a:t>such </a:t>
            </a:r>
            <a:r>
              <a:rPr dirty="0" sz="1800" spc="10">
                <a:latin typeface="Times New Roman"/>
                <a:cs typeface="Times New Roman"/>
              </a:rPr>
              <a:t>as </a:t>
            </a:r>
            <a:r>
              <a:rPr dirty="0" sz="1800" spc="-20">
                <a:latin typeface="Times New Roman"/>
                <a:cs typeface="Times New Roman"/>
              </a:rPr>
              <a:t>anime </a:t>
            </a:r>
            <a:r>
              <a:rPr dirty="0" sz="1800" spc="5">
                <a:latin typeface="Times New Roman"/>
                <a:cs typeface="Times New Roman"/>
              </a:rPr>
              <a:t>databases, </a:t>
            </a:r>
            <a:r>
              <a:rPr dirty="0" sz="1800" spc="-10">
                <a:latin typeface="Times New Roman"/>
                <a:cs typeface="Times New Roman"/>
              </a:rPr>
              <a:t>websites,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APIs.</a:t>
            </a:r>
            <a:endParaRPr sz="180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7800"/>
              </a:lnSpc>
              <a:spcBef>
                <a:spcPts val="750"/>
              </a:spcBef>
              <a:buFont typeface="Symbol"/>
              <a:buChar char=""/>
              <a:tabLst>
                <a:tab pos="297815" algn="l"/>
                <a:tab pos="298450" algn="l"/>
              </a:tabLst>
            </a:pPr>
            <a:r>
              <a:rPr dirty="0" sz="1800" spc="5">
                <a:latin typeface="Times New Roman"/>
                <a:cs typeface="Times New Roman"/>
              </a:rPr>
              <a:t>Research and </a:t>
            </a:r>
            <a:r>
              <a:rPr dirty="0" sz="1800" spc="-10">
                <a:latin typeface="Times New Roman"/>
                <a:cs typeface="Times New Roman"/>
              </a:rPr>
              <a:t>analyze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10">
                <a:latin typeface="Times New Roman"/>
                <a:cs typeface="Times New Roman"/>
              </a:rPr>
              <a:t>data </a:t>
            </a:r>
            <a:r>
              <a:rPr dirty="0" sz="1800">
                <a:latin typeface="Times New Roman"/>
                <a:cs typeface="Times New Roman"/>
              </a:rPr>
              <a:t>structure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-15">
                <a:latin typeface="Times New Roman"/>
                <a:cs typeface="Times New Roman"/>
              </a:rPr>
              <a:t>available information </a:t>
            </a:r>
            <a:r>
              <a:rPr dirty="0" sz="1800" spc="-10">
                <a:latin typeface="Times New Roman"/>
                <a:cs typeface="Times New Roman"/>
              </a:rPr>
              <a:t>points, </a:t>
            </a:r>
            <a:r>
              <a:rPr dirty="0" sz="1800" spc="-5">
                <a:latin typeface="Times New Roman"/>
                <a:cs typeface="Times New Roman"/>
              </a:rPr>
              <a:t>such </a:t>
            </a:r>
            <a:r>
              <a:rPr dirty="0" sz="1800" spc="10">
                <a:latin typeface="Times New Roman"/>
                <a:cs typeface="Times New Roman"/>
              </a:rPr>
              <a:t>as </a:t>
            </a:r>
            <a:r>
              <a:rPr dirty="0" sz="1800" spc="-10">
                <a:latin typeface="Times New Roman"/>
                <a:cs typeface="Times New Roman"/>
              </a:rPr>
              <a:t>series details, </a:t>
            </a:r>
            <a:r>
              <a:rPr dirty="0" sz="1800" spc="5">
                <a:latin typeface="Times New Roman"/>
                <a:cs typeface="Times New Roman"/>
              </a:rPr>
              <a:t>characters, </a:t>
            </a:r>
            <a:r>
              <a:rPr dirty="0" sz="1800" spc="-10">
                <a:latin typeface="Times New Roman"/>
                <a:cs typeface="Times New Roman"/>
              </a:rPr>
              <a:t>episodes, 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-5">
                <a:latin typeface="Times New Roman"/>
                <a:cs typeface="Times New Roman"/>
              </a:rPr>
              <a:t>release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5">
                <a:latin typeface="Times New Roman"/>
                <a:cs typeface="Times New Roman"/>
              </a:rPr>
              <a:t>dates.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854" y="3753421"/>
            <a:ext cx="10917555" cy="17907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265"/>
              </a:spcBef>
              <a:buAutoNum type="arabicPeriod" startAt="3"/>
              <a:tabLst>
                <a:tab pos="355600" algn="l"/>
                <a:tab pos="356235" algn="l"/>
              </a:tabLst>
            </a:pPr>
            <a:r>
              <a:rPr dirty="0" sz="1800" spc="-30">
                <a:latin typeface="Times New Roman"/>
                <a:cs typeface="Times New Roman"/>
              </a:rPr>
              <a:t>Design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30">
                <a:latin typeface="Times New Roman"/>
                <a:cs typeface="Times New Roman"/>
              </a:rPr>
              <a:t>User</a:t>
            </a:r>
            <a:r>
              <a:rPr dirty="0" sz="1800" spc="-165">
                <a:latin typeface="Times New Roman"/>
                <a:cs typeface="Times New Roman"/>
              </a:rPr>
              <a:t> </a:t>
            </a:r>
            <a:r>
              <a:rPr dirty="0" sz="1800" spc="10">
                <a:latin typeface="Times New Roman"/>
                <a:cs typeface="Times New Roman"/>
              </a:rPr>
              <a:t>Interface:</a:t>
            </a:r>
            <a:endParaRPr sz="1800">
              <a:latin typeface="Times New Roman"/>
              <a:cs typeface="Times New Roman"/>
            </a:endParaRPr>
          </a:p>
          <a:p>
            <a:pPr lvl="1" marL="756285" indent="-285750">
              <a:lnSpc>
                <a:spcPct val="100000"/>
              </a:lnSpc>
              <a:spcBef>
                <a:spcPts val="170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Sketch </a:t>
            </a:r>
            <a:r>
              <a:rPr dirty="0" sz="1800">
                <a:latin typeface="Times New Roman"/>
                <a:cs typeface="Times New Roman"/>
              </a:rPr>
              <a:t>or </a:t>
            </a:r>
            <a:r>
              <a:rPr dirty="0" sz="1800" spc="-10">
                <a:latin typeface="Times New Roman"/>
                <a:cs typeface="Times New Roman"/>
              </a:rPr>
              <a:t>wireframe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5">
                <a:latin typeface="Times New Roman"/>
                <a:cs typeface="Times New Roman"/>
              </a:rPr>
              <a:t>user </a:t>
            </a:r>
            <a:r>
              <a:rPr dirty="0" sz="1800">
                <a:latin typeface="Times New Roman"/>
                <a:cs typeface="Times New Roman"/>
              </a:rPr>
              <a:t>interface </a:t>
            </a:r>
            <a:r>
              <a:rPr dirty="0" sz="1800" spc="-25">
                <a:latin typeface="Times New Roman"/>
                <a:cs typeface="Times New Roman"/>
              </a:rPr>
              <a:t>design </a:t>
            </a:r>
            <a:r>
              <a:rPr dirty="0" sz="1800">
                <a:latin typeface="Times New Roman"/>
                <a:cs typeface="Times New Roman"/>
              </a:rPr>
              <a:t>for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20">
                <a:latin typeface="Times New Roman"/>
                <a:cs typeface="Times New Roman"/>
              </a:rPr>
              <a:t>anime </a:t>
            </a:r>
            <a:r>
              <a:rPr dirty="0" sz="1800" spc="-10">
                <a:latin typeface="Times New Roman"/>
                <a:cs typeface="Times New Roman"/>
              </a:rPr>
              <a:t>play</a:t>
            </a:r>
            <a:r>
              <a:rPr dirty="0" sz="1800" spc="-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bot.</a:t>
            </a:r>
            <a:endParaRPr sz="1800">
              <a:latin typeface="Times New Roman"/>
              <a:cs typeface="Times New Roman"/>
            </a:endParaRPr>
          </a:p>
          <a:p>
            <a:pPr lvl="1" marL="756285" indent="-28575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Determine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>
                <a:latin typeface="Times New Roman"/>
                <a:cs typeface="Times New Roman"/>
              </a:rPr>
              <a:t>necessary </a:t>
            </a:r>
            <a:r>
              <a:rPr dirty="0" sz="1800" spc="-5">
                <a:latin typeface="Times New Roman"/>
                <a:cs typeface="Times New Roman"/>
              </a:rPr>
              <a:t>components, such </a:t>
            </a:r>
            <a:r>
              <a:rPr dirty="0" sz="1800" spc="10">
                <a:latin typeface="Times New Roman"/>
                <a:cs typeface="Times New Roman"/>
              </a:rPr>
              <a:t>as </a:t>
            </a:r>
            <a:r>
              <a:rPr dirty="0" sz="1800">
                <a:latin typeface="Times New Roman"/>
                <a:cs typeface="Times New Roman"/>
              </a:rPr>
              <a:t>buttons, </a:t>
            </a:r>
            <a:r>
              <a:rPr dirty="0" sz="1800" spc="-10">
                <a:latin typeface="Times New Roman"/>
                <a:cs typeface="Times New Roman"/>
              </a:rPr>
              <a:t>input </a:t>
            </a:r>
            <a:r>
              <a:rPr dirty="0" sz="1800" spc="-20">
                <a:latin typeface="Times New Roman"/>
                <a:cs typeface="Times New Roman"/>
              </a:rPr>
              <a:t>fields, </a:t>
            </a:r>
            <a:r>
              <a:rPr dirty="0" sz="1800" spc="-5">
                <a:latin typeface="Times New Roman"/>
                <a:cs typeface="Times New Roman"/>
              </a:rPr>
              <a:t>dropdown </a:t>
            </a:r>
            <a:r>
              <a:rPr dirty="0" sz="1800" spc="-10">
                <a:latin typeface="Times New Roman"/>
                <a:cs typeface="Times New Roman"/>
              </a:rPr>
              <a:t>menus,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interactive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elements.</a:t>
            </a:r>
            <a:endParaRPr sz="1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165"/>
              </a:spcBef>
              <a:buAutoNum type="arabicPeriod" startAt="3"/>
              <a:tabLst>
                <a:tab pos="355600" algn="l"/>
                <a:tab pos="356235" algn="l"/>
              </a:tabLst>
            </a:pPr>
            <a:r>
              <a:rPr dirty="0" sz="1800" spc="-30">
                <a:latin typeface="Times New Roman"/>
                <a:cs typeface="Times New Roman"/>
              </a:rPr>
              <a:t>Set </a:t>
            </a:r>
            <a:r>
              <a:rPr dirty="0" sz="1800" spc="-50">
                <a:latin typeface="Times New Roman"/>
                <a:cs typeface="Times New Roman"/>
              </a:rPr>
              <a:t>Up </a:t>
            </a:r>
            <a:r>
              <a:rPr dirty="0" sz="1800" spc="-15">
                <a:latin typeface="Times New Roman"/>
                <a:cs typeface="Times New Roman"/>
              </a:rPr>
              <a:t>UiPath</a:t>
            </a:r>
            <a:r>
              <a:rPr dirty="0" sz="1800" spc="30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Studio:</a:t>
            </a:r>
            <a:endParaRPr sz="1800">
              <a:latin typeface="Times New Roman"/>
              <a:cs typeface="Times New Roman"/>
            </a:endParaRPr>
          </a:p>
          <a:p>
            <a:pPr lvl="1" marL="756285" indent="-285750">
              <a:lnSpc>
                <a:spcPct val="100000"/>
              </a:lnSpc>
              <a:spcBef>
                <a:spcPts val="170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Install </a:t>
            </a:r>
            <a:r>
              <a:rPr dirty="0" sz="1800" spc="-15">
                <a:latin typeface="Times New Roman"/>
                <a:cs typeface="Times New Roman"/>
              </a:rPr>
              <a:t>UiPath </a:t>
            </a:r>
            <a:r>
              <a:rPr dirty="0" sz="1800" spc="-25">
                <a:latin typeface="Times New Roman"/>
                <a:cs typeface="Times New Roman"/>
              </a:rPr>
              <a:t>Studio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-5">
                <a:latin typeface="Times New Roman"/>
                <a:cs typeface="Times New Roman"/>
              </a:rPr>
              <a:t>ensure </a:t>
            </a:r>
            <a:r>
              <a:rPr dirty="0" sz="1800" spc="-30">
                <a:latin typeface="Times New Roman"/>
                <a:cs typeface="Times New Roman"/>
              </a:rPr>
              <a:t>it is </a:t>
            </a:r>
            <a:r>
              <a:rPr dirty="0" sz="1800" spc="-5">
                <a:latin typeface="Times New Roman"/>
                <a:cs typeface="Times New Roman"/>
              </a:rPr>
              <a:t>properly </a:t>
            </a:r>
            <a:r>
              <a:rPr dirty="0" sz="1800" spc="-10">
                <a:latin typeface="Times New Roman"/>
                <a:cs typeface="Times New Roman"/>
              </a:rPr>
              <a:t>configured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 </a:t>
            </a:r>
            <a:r>
              <a:rPr dirty="0" sz="1800" spc="-5">
                <a:latin typeface="Times New Roman"/>
                <a:cs typeface="Times New Roman"/>
              </a:rPr>
              <a:t>your </a:t>
            </a:r>
            <a:r>
              <a:rPr dirty="0" sz="1800" spc="-10">
                <a:latin typeface="Times New Roman"/>
                <a:cs typeface="Times New Roman"/>
              </a:rPr>
              <a:t>machine.</a:t>
            </a:r>
            <a:endParaRPr sz="1800">
              <a:latin typeface="Times New Roman"/>
              <a:cs typeface="Times New Roman"/>
            </a:endParaRPr>
          </a:p>
          <a:p>
            <a:pPr lvl="1" marL="756285" indent="-285750">
              <a:lnSpc>
                <a:spcPct val="100000"/>
              </a:lnSpc>
              <a:spcBef>
                <a:spcPts val="170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10">
                <a:latin typeface="Times New Roman"/>
                <a:cs typeface="Times New Roman"/>
              </a:rPr>
              <a:t>Create </a:t>
            </a:r>
            <a:r>
              <a:rPr dirty="0" sz="1800">
                <a:latin typeface="Times New Roman"/>
                <a:cs typeface="Times New Roman"/>
              </a:rPr>
              <a:t>a </a:t>
            </a:r>
            <a:r>
              <a:rPr dirty="0" sz="1800" spc="5">
                <a:latin typeface="Times New Roman"/>
                <a:cs typeface="Times New Roman"/>
              </a:rPr>
              <a:t>new </a:t>
            </a:r>
            <a:r>
              <a:rPr dirty="0" sz="1800" spc="-15">
                <a:latin typeface="Times New Roman"/>
                <a:cs typeface="Times New Roman"/>
              </a:rPr>
              <a:t>UiPath </a:t>
            </a:r>
            <a:r>
              <a:rPr dirty="0" sz="1800" spc="-5">
                <a:latin typeface="Times New Roman"/>
                <a:cs typeface="Times New Roman"/>
              </a:rPr>
              <a:t>project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-5">
                <a:latin typeface="Times New Roman"/>
                <a:cs typeface="Times New Roman"/>
              </a:rPr>
              <a:t>set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>
                <a:latin typeface="Times New Roman"/>
                <a:cs typeface="Times New Roman"/>
              </a:rPr>
              <a:t>necessary </a:t>
            </a:r>
            <a:r>
              <a:rPr dirty="0" sz="1800" spc="-5">
                <a:latin typeface="Times New Roman"/>
                <a:cs typeface="Times New Roman"/>
              </a:rPr>
              <a:t>project</a:t>
            </a:r>
            <a:r>
              <a:rPr dirty="0" sz="1800" spc="-210">
                <a:latin typeface="Times New Roman"/>
                <a:cs typeface="Times New Roman"/>
              </a:rPr>
              <a:t> </a:t>
            </a:r>
            <a:r>
              <a:rPr dirty="0" sz="1800" spc="-15">
                <a:latin typeface="Times New Roman"/>
                <a:cs typeface="Times New Roman"/>
              </a:rPr>
              <a:t>settings.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0032" y="295211"/>
            <a:ext cx="10170160" cy="483298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265"/>
              </a:spcBef>
              <a:buFont typeface="Times New Roman"/>
              <a:buAutoNum type="arabicPlain" startAt="5"/>
              <a:tabLst>
                <a:tab pos="241935" algn="l"/>
              </a:tabLst>
            </a:pPr>
            <a:r>
              <a:rPr dirty="0" sz="1800" spc="-30">
                <a:latin typeface="Times New Roman"/>
                <a:cs typeface="Times New Roman"/>
              </a:rPr>
              <a:t>U</a:t>
            </a:r>
            <a:r>
              <a:rPr dirty="0" sz="1800" spc="-30">
                <a:latin typeface="Times New Roman"/>
                <a:cs typeface="Times New Roman"/>
              </a:rPr>
              <a:t>ser </a:t>
            </a:r>
            <a:r>
              <a:rPr dirty="0" sz="1800" spc="5">
                <a:latin typeface="Times New Roman"/>
                <a:cs typeface="Times New Roman"/>
              </a:rPr>
              <a:t>Interface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Interaction:</a:t>
            </a:r>
            <a:endParaRPr sz="1800">
              <a:latin typeface="Times New Roman"/>
              <a:cs typeface="Times New Roman"/>
            </a:endParaRPr>
          </a:p>
          <a:p>
            <a:pPr lvl="1" marL="755650" marR="333375" indent="-285750">
              <a:lnSpc>
                <a:spcPct val="107800"/>
              </a:lnSpc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45">
                <a:latin typeface="Times New Roman"/>
                <a:cs typeface="Times New Roman"/>
              </a:rPr>
              <a:t>Use </a:t>
            </a:r>
            <a:r>
              <a:rPr dirty="0" sz="1800" spc="-10">
                <a:latin typeface="Times New Roman"/>
                <a:cs typeface="Times New Roman"/>
              </a:rPr>
              <a:t>UiPath </a:t>
            </a:r>
            <a:r>
              <a:rPr dirty="0" sz="1800" spc="-5">
                <a:latin typeface="Times New Roman"/>
                <a:cs typeface="Times New Roman"/>
              </a:rPr>
              <a:t>activities </a:t>
            </a:r>
            <a:r>
              <a:rPr dirty="0" sz="1800" spc="-25">
                <a:latin typeface="Times New Roman"/>
                <a:cs typeface="Times New Roman"/>
              </a:rPr>
              <a:t>like </a:t>
            </a:r>
            <a:r>
              <a:rPr dirty="0" sz="1800" spc="-10">
                <a:latin typeface="Times New Roman"/>
                <a:cs typeface="Times New Roman"/>
              </a:rPr>
              <a:t>"Click," </a:t>
            </a:r>
            <a:r>
              <a:rPr dirty="0" sz="1800" spc="-40">
                <a:latin typeface="Times New Roman"/>
                <a:cs typeface="Times New Roman"/>
              </a:rPr>
              <a:t>"Type </a:t>
            </a:r>
            <a:r>
              <a:rPr dirty="0" sz="1800" spc="5">
                <a:latin typeface="Times New Roman"/>
                <a:cs typeface="Times New Roman"/>
              </a:rPr>
              <a:t>Into," and </a:t>
            </a:r>
            <a:r>
              <a:rPr dirty="0" sz="1800">
                <a:latin typeface="Times New Roman"/>
                <a:cs typeface="Times New Roman"/>
              </a:rPr>
              <a:t>"Get </a:t>
            </a:r>
            <a:r>
              <a:rPr dirty="0" sz="1800" spc="-30">
                <a:latin typeface="Times New Roman"/>
                <a:cs typeface="Times New Roman"/>
              </a:rPr>
              <a:t>Text"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 spc="5">
                <a:latin typeface="Times New Roman"/>
                <a:cs typeface="Times New Roman"/>
              </a:rPr>
              <a:t>interact </a:t>
            </a:r>
            <a:r>
              <a:rPr dirty="0" sz="1800" spc="-15">
                <a:latin typeface="Times New Roman"/>
                <a:cs typeface="Times New Roman"/>
              </a:rPr>
              <a:t>with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15">
                <a:latin typeface="Times New Roman"/>
                <a:cs typeface="Times New Roman"/>
              </a:rPr>
              <a:t>anime </a:t>
            </a:r>
            <a:r>
              <a:rPr dirty="0" sz="1800" spc="-10">
                <a:latin typeface="Times New Roman"/>
                <a:cs typeface="Times New Roman"/>
              </a:rPr>
              <a:t>play </a:t>
            </a:r>
            <a:r>
              <a:rPr dirty="0" sz="1800">
                <a:latin typeface="Times New Roman"/>
                <a:cs typeface="Times New Roman"/>
              </a:rPr>
              <a:t>bot's  </a:t>
            </a:r>
            <a:r>
              <a:rPr dirty="0" sz="1800" spc="-5">
                <a:latin typeface="Times New Roman"/>
                <a:cs typeface="Times New Roman"/>
              </a:rPr>
              <a:t>graphical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5">
                <a:latin typeface="Times New Roman"/>
                <a:cs typeface="Times New Roman"/>
              </a:rPr>
              <a:t>interface.</a:t>
            </a:r>
            <a:endParaRPr sz="1800">
              <a:latin typeface="Times New Roman"/>
              <a:cs typeface="Times New Roman"/>
            </a:endParaRPr>
          </a:p>
          <a:p>
            <a:pPr lvl="1" marL="755650" marR="758825" indent="-285750">
              <a:lnSpc>
                <a:spcPct val="104299"/>
              </a:lnSpc>
              <a:spcBef>
                <a:spcPts val="75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15">
                <a:latin typeface="Times New Roman"/>
                <a:cs typeface="Times New Roman"/>
              </a:rPr>
              <a:t>Implement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15">
                <a:latin typeface="Times New Roman"/>
                <a:cs typeface="Times New Roman"/>
              </a:rPr>
              <a:t>designed </a:t>
            </a:r>
            <a:r>
              <a:rPr dirty="0" sz="1800">
                <a:latin typeface="Times New Roman"/>
                <a:cs typeface="Times New Roman"/>
              </a:rPr>
              <a:t>user </a:t>
            </a:r>
            <a:r>
              <a:rPr dirty="0" sz="1800" spc="5">
                <a:latin typeface="Times New Roman"/>
                <a:cs typeface="Times New Roman"/>
              </a:rPr>
              <a:t>interface, </a:t>
            </a:r>
            <a:r>
              <a:rPr dirty="0" sz="1800" spc="-20">
                <a:latin typeface="Times New Roman"/>
                <a:cs typeface="Times New Roman"/>
              </a:rPr>
              <a:t>allowing </a:t>
            </a:r>
            <a:r>
              <a:rPr dirty="0" sz="1800">
                <a:latin typeface="Times New Roman"/>
                <a:cs typeface="Times New Roman"/>
              </a:rPr>
              <a:t>users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 spc="-5">
                <a:latin typeface="Times New Roman"/>
                <a:cs typeface="Times New Roman"/>
              </a:rPr>
              <a:t>navigate, </a:t>
            </a:r>
            <a:r>
              <a:rPr dirty="0" sz="1800" spc="-10">
                <a:latin typeface="Times New Roman"/>
                <a:cs typeface="Times New Roman"/>
              </a:rPr>
              <a:t>input commands,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-5">
                <a:latin typeface="Times New Roman"/>
                <a:cs typeface="Times New Roman"/>
              </a:rPr>
              <a:t>make  selections.</a:t>
            </a:r>
            <a:endParaRPr sz="18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170"/>
              </a:spcBef>
              <a:buAutoNum type="arabicPlain" startAt="5"/>
              <a:tabLst>
                <a:tab pos="241935" algn="l"/>
              </a:tabLst>
            </a:pP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Retrieval:</a:t>
            </a:r>
            <a:endParaRPr sz="1800">
              <a:latin typeface="Times New Roman"/>
              <a:cs typeface="Times New Roman"/>
            </a:endParaRPr>
          </a:p>
          <a:p>
            <a:pPr lvl="1" marL="755650" indent="-286385">
              <a:lnSpc>
                <a:spcPct val="100000"/>
              </a:lnSpc>
              <a:spcBef>
                <a:spcPts val="165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40">
                <a:latin typeface="Times New Roman"/>
                <a:cs typeface="Times New Roman"/>
              </a:rPr>
              <a:t>Utilize </a:t>
            </a:r>
            <a:r>
              <a:rPr dirty="0" sz="1800">
                <a:latin typeface="Times New Roman"/>
                <a:cs typeface="Times New Roman"/>
              </a:rPr>
              <a:t>web </a:t>
            </a:r>
            <a:r>
              <a:rPr dirty="0" sz="1800" spc="-5">
                <a:latin typeface="Times New Roman"/>
                <a:cs typeface="Times New Roman"/>
              </a:rPr>
              <a:t>scraping </a:t>
            </a:r>
            <a:r>
              <a:rPr dirty="0" sz="1800" spc="5">
                <a:latin typeface="Times New Roman"/>
                <a:cs typeface="Times New Roman"/>
              </a:rPr>
              <a:t>techniques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 spc="15">
                <a:latin typeface="Times New Roman"/>
                <a:cs typeface="Times New Roman"/>
              </a:rPr>
              <a:t>extract </a:t>
            </a:r>
            <a:r>
              <a:rPr dirty="0" sz="1800" spc="-5">
                <a:latin typeface="Times New Roman"/>
                <a:cs typeface="Times New Roman"/>
              </a:rPr>
              <a:t>anime-related </a:t>
            </a:r>
            <a:r>
              <a:rPr dirty="0" sz="1800" spc="10">
                <a:latin typeface="Times New Roman"/>
                <a:cs typeface="Times New Roman"/>
              </a:rPr>
              <a:t>data </a:t>
            </a:r>
            <a:r>
              <a:rPr dirty="0" sz="1800">
                <a:latin typeface="Times New Roman"/>
                <a:cs typeface="Times New Roman"/>
              </a:rPr>
              <a:t>from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10">
                <a:latin typeface="Times New Roman"/>
                <a:cs typeface="Times New Roman"/>
              </a:rPr>
              <a:t>identified</a:t>
            </a:r>
            <a:r>
              <a:rPr dirty="0" sz="1800" spc="-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sources.</a:t>
            </a:r>
            <a:endParaRPr sz="1800">
              <a:latin typeface="Times New Roman"/>
              <a:cs typeface="Times New Roman"/>
            </a:endParaRPr>
          </a:p>
          <a:p>
            <a:pPr lvl="1" marL="755650" marR="701675" indent="-285750">
              <a:lnSpc>
                <a:spcPct val="107700"/>
              </a:lnSpc>
              <a:spcBef>
                <a:spcPts val="5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45">
                <a:latin typeface="Times New Roman"/>
                <a:cs typeface="Times New Roman"/>
              </a:rPr>
              <a:t>Use </a:t>
            </a:r>
            <a:r>
              <a:rPr dirty="0" sz="1800" spc="-10">
                <a:latin typeface="Times New Roman"/>
                <a:cs typeface="Times New Roman"/>
              </a:rPr>
              <a:t>UiPath's </a:t>
            </a:r>
            <a:r>
              <a:rPr dirty="0" sz="1800">
                <a:latin typeface="Times New Roman"/>
                <a:cs typeface="Times New Roman"/>
              </a:rPr>
              <a:t>web </a:t>
            </a:r>
            <a:r>
              <a:rPr dirty="0" sz="1800" spc="-5">
                <a:latin typeface="Times New Roman"/>
                <a:cs typeface="Times New Roman"/>
              </a:rPr>
              <a:t>scraping activities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 spc="-10">
                <a:latin typeface="Times New Roman"/>
                <a:cs typeface="Times New Roman"/>
              </a:rPr>
              <a:t>navigate </a:t>
            </a:r>
            <a:r>
              <a:rPr dirty="0" sz="1800">
                <a:latin typeface="Times New Roman"/>
                <a:cs typeface="Times New Roman"/>
              </a:rPr>
              <a:t>web </a:t>
            </a:r>
            <a:r>
              <a:rPr dirty="0" sz="1800" spc="-10">
                <a:latin typeface="Times New Roman"/>
                <a:cs typeface="Times New Roman"/>
              </a:rPr>
              <a:t>pages, </a:t>
            </a:r>
            <a:r>
              <a:rPr dirty="0" sz="1800" spc="15">
                <a:latin typeface="Times New Roman"/>
                <a:cs typeface="Times New Roman"/>
              </a:rPr>
              <a:t>extract </a:t>
            </a:r>
            <a:r>
              <a:rPr dirty="0" sz="1800" spc="10">
                <a:latin typeface="Times New Roman"/>
                <a:cs typeface="Times New Roman"/>
              </a:rPr>
              <a:t>data </a:t>
            </a:r>
            <a:r>
              <a:rPr dirty="0" sz="1800">
                <a:latin typeface="Times New Roman"/>
                <a:cs typeface="Times New Roman"/>
              </a:rPr>
              <a:t>from </a:t>
            </a:r>
            <a:r>
              <a:rPr dirty="0" sz="1800" spc="5">
                <a:latin typeface="Times New Roman"/>
                <a:cs typeface="Times New Roman"/>
              </a:rPr>
              <a:t>tables </a:t>
            </a:r>
            <a:r>
              <a:rPr dirty="0" sz="1800">
                <a:latin typeface="Times New Roman"/>
                <a:cs typeface="Times New Roman"/>
              </a:rPr>
              <a:t>or </a:t>
            </a:r>
            <a:r>
              <a:rPr dirty="0" sz="1800" spc="-10">
                <a:latin typeface="Times New Roman"/>
                <a:cs typeface="Times New Roman"/>
              </a:rPr>
              <a:t>specific  </a:t>
            </a:r>
            <a:r>
              <a:rPr dirty="0" sz="1800" spc="-5">
                <a:latin typeface="Times New Roman"/>
                <a:cs typeface="Times New Roman"/>
              </a:rPr>
              <a:t>elements,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store </a:t>
            </a:r>
            <a:r>
              <a:rPr dirty="0" sz="1800" spc="-25">
                <a:latin typeface="Times New Roman"/>
                <a:cs typeface="Times New Roman"/>
              </a:rPr>
              <a:t>it </a:t>
            </a:r>
            <a:r>
              <a:rPr dirty="0" sz="1800">
                <a:latin typeface="Times New Roman"/>
                <a:cs typeface="Times New Roman"/>
              </a:rPr>
              <a:t>for </a:t>
            </a:r>
            <a:r>
              <a:rPr dirty="0" sz="1800" spc="5">
                <a:latin typeface="Times New Roman"/>
                <a:cs typeface="Times New Roman"/>
              </a:rPr>
              <a:t>further </a:t>
            </a:r>
            <a:r>
              <a:rPr dirty="0" sz="1800" spc="-10">
                <a:latin typeface="Times New Roman"/>
                <a:cs typeface="Times New Roman"/>
              </a:rPr>
              <a:t>processing.</a:t>
            </a:r>
            <a:endParaRPr sz="1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95"/>
              </a:spcBef>
              <a:buAutoNum type="arabicPlain" startAt="5"/>
              <a:tabLst>
                <a:tab pos="355600" algn="l"/>
                <a:tab pos="356235" algn="l"/>
              </a:tabLst>
            </a:pPr>
            <a:r>
              <a:rPr dirty="0" sz="1800" spc="-50">
                <a:latin typeface="Times New Roman"/>
                <a:cs typeface="Times New Roman"/>
              </a:rPr>
              <a:t>Text </a:t>
            </a:r>
            <a:r>
              <a:rPr dirty="0" sz="1800" spc="-5">
                <a:latin typeface="Times New Roman"/>
                <a:cs typeface="Times New Roman"/>
              </a:rPr>
              <a:t>Processing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-25">
                <a:latin typeface="Times New Roman"/>
                <a:cs typeface="Times New Roman"/>
              </a:rPr>
              <a:t>Dialogue</a:t>
            </a:r>
            <a:r>
              <a:rPr dirty="0" sz="1800" spc="229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Simulation:</a:t>
            </a:r>
            <a:endParaRPr sz="1800">
              <a:latin typeface="Times New Roman"/>
              <a:cs typeface="Times New Roman"/>
            </a:endParaRPr>
          </a:p>
          <a:p>
            <a:pPr lvl="1" marL="755650" marR="215265" indent="-285750">
              <a:lnSpc>
                <a:spcPct val="107800"/>
              </a:lnSpc>
              <a:spcBef>
                <a:spcPts val="825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15">
                <a:latin typeface="Times New Roman"/>
                <a:cs typeface="Times New Roman"/>
              </a:rPr>
              <a:t>Implement </a:t>
            </a:r>
            <a:r>
              <a:rPr dirty="0" sz="1800" spc="10">
                <a:latin typeface="Times New Roman"/>
                <a:cs typeface="Times New Roman"/>
              </a:rPr>
              <a:t>text </a:t>
            </a:r>
            <a:r>
              <a:rPr dirty="0" sz="1800" spc="-5">
                <a:latin typeface="Times New Roman"/>
                <a:cs typeface="Times New Roman"/>
              </a:rPr>
              <a:t>processing activities </a:t>
            </a:r>
            <a:r>
              <a:rPr dirty="0" sz="1800" spc="-25">
                <a:latin typeface="Times New Roman"/>
                <a:cs typeface="Times New Roman"/>
              </a:rPr>
              <a:t>like </a:t>
            </a:r>
            <a:r>
              <a:rPr dirty="0" sz="1800" spc="-20">
                <a:latin typeface="Times New Roman"/>
                <a:cs typeface="Times New Roman"/>
              </a:rPr>
              <a:t>"Split," "Substring," </a:t>
            </a:r>
            <a:r>
              <a:rPr dirty="0" sz="1800" spc="5">
                <a:latin typeface="Times New Roman"/>
                <a:cs typeface="Times New Roman"/>
              </a:rPr>
              <a:t>"Replace," and </a:t>
            </a:r>
            <a:r>
              <a:rPr dirty="0" sz="1800" spc="-5">
                <a:latin typeface="Times New Roman"/>
                <a:cs typeface="Times New Roman"/>
              </a:rPr>
              <a:t>"Regex"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 spc="-10">
                <a:latin typeface="Times New Roman"/>
                <a:cs typeface="Times New Roman"/>
              </a:rPr>
              <a:t>manipulate 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15">
                <a:latin typeface="Times New Roman"/>
                <a:cs typeface="Times New Roman"/>
              </a:rPr>
              <a:t>extract </a:t>
            </a:r>
            <a:r>
              <a:rPr dirty="0" sz="1800">
                <a:latin typeface="Times New Roman"/>
                <a:cs typeface="Times New Roman"/>
              </a:rPr>
              <a:t>relevant </a:t>
            </a:r>
            <a:r>
              <a:rPr dirty="0" sz="1800" spc="-10">
                <a:latin typeface="Times New Roman"/>
                <a:cs typeface="Times New Roman"/>
              </a:rPr>
              <a:t>information </a:t>
            </a:r>
            <a:r>
              <a:rPr dirty="0" sz="1800">
                <a:latin typeface="Times New Roman"/>
                <a:cs typeface="Times New Roman"/>
              </a:rPr>
              <a:t>from </a:t>
            </a:r>
            <a:r>
              <a:rPr dirty="0" sz="1800" spc="-15">
                <a:latin typeface="Times New Roman"/>
                <a:cs typeface="Times New Roman"/>
              </a:rPr>
              <a:t>anime </a:t>
            </a:r>
            <a:r>
              <a:rPr dirty="0" sz="1800" spc="-5">
                <a:latin typeface="Times New Roman"/>
                <a:cs typeface="Times New Roman"/>
              </a:rPr>
              <a:t>scripts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 spc="-15">
                <a:latin typeface="Times New Roman"/>
                <a:cs typeface="Times New Roman"/>
              </a:rPr>
              <a:t>dialogue.</a:t>
            </a:r>
            <a:endParaRPr sz="1800">
              <a:latin typeface="Times New Roman"/>
              <a:cs typeface="Times New Roman"/>
            </a:endParaRPr>
          </a:p>
          <a:p>
            <a:pPr lvl="1" marL="755650" marR="5080" indent="-285750">
              <a:lnSpc>
                <a:spcPct val="104299"/>
              </a:lnSpc>
              <a:spcBef>
                <a:spcPts val="75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25">
                <a:latin typeface="Times New Roman"/>
                <a:cs typeface="Times New Roman"/>
              </a:rPr>
              <a:t>Design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develop a </a:t>
            </a:r>
            <a:r>
              <a:rPr dirty="0" sz="1800" spc="-20">
                <a:latin typeface="Times New Roman"/>
                <a:cs typeface="Times New Roman"/>
              </a:rPr>
              <a:t>dialogue simulation </a:t>
            </a:r>
            <a:r>
              <a:rPr dirty="0" sz="1800" spc="10">
                <a:latin typeface="Times New Roman"/>
                <a:cs typeface="Times New Roman"/>
              </a:rPr>
              <a:t>feature </a:t>
            </a:r>
            <a:r>
              <a:rPr dirty="0" sz="1800">
                <a:latin typeface="Times New Roman"/>
                <a:cs typeface="Times New Roman"/>
              </a:rPr>
              <a:t>where users </a:t>
            </a:r>
            <a:r>
              <a:rPr dirty="0" sz="1800" spc="15">
                <a:latin typeface="Times New Roman"/>
                <a:cs typeface="Times New Roman"/>
              </a:rPr>
              <a:t>can </a:t>
            </a:r>
            <a:r>
              <a:rPr dirty="0" sz="1800" spc="-20">
                <a:latin typeface="Times New Roman"/>
                <a:cs typeface="Times New Roman"/>
              </a:rPr>
              <a:t>engage </a:t>
            </a:r>
            <a:r>
              <a:rPr dirty="0" sz="1800" spc="-25">
                <a:latin typeface="Times New Roman"/>
                <a:cs typeface="Times New Roman"/>
              </a:rPr>
              <a:t>in </a:t>
            </a:r>
            <a:r>
              <a:rPr dirty="0" sz="1800">
                <a:latin typeface="Times New Roman"/>
                <a:cs typeface="Times New Roman"/>
              </a:rPr>
              <a:t>conversations </a:t>
            </a:r>
            <a:r>
              <a:rPr dirty="0" sz="1800" spc="-15">
                <a:latin typeface="Times New Roman"/>
                <a:cs typeface="Times New Roman"/>
              </a:rPr>
              <a:t>with anime  </a:t>
            </a:r>
            <a:r>
              <a:rPr dirty="0" sz="1800" spc="10">
                <a:latin typeface="Times New Roman"/>
                <a:cs typeface="Times New Roman"/>
              </a:rPr>
              <a:t>characters.</a:t>
            </a:r>
            <a:endParaRPr sz="1800">
              <a:latin typeface="Times New Roman"/>
              <a:cs typeface="Times New Roman"/>
            </a:endParaRPr>
          </a:p>
          <a:p>
            <a:pPr lvl="1" marL="755650" marR="297815" indent="-285750">
              <a:lnSpc>
                <a:spcPts val="2330"/>
              </a:lnSpc>
              <a:spcBef>
                <a:spcPts val="105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45">
                <a:latin typeface="Times New Roman"/>
                <a:cs typeface="Times New Roman"/>
              </a:rPr>
              <a:t>Use </a:t>
            </a:r>
            <a:r>
              <a:rPr dirty="0" sz="1800" spc="-10">
                <a:latin typeface="Times New Roman"/>
                <a:cs typeface="Times New Roman"/>
              </a:rPr>
              <a:t>UiPath </a:t>
            </a:r>
            <a:r>
              <a:rPr dirty="0" sz="1800" spc="-5">
                <a:latin typeface="Times New Roman"/>
                <a:cs typeface="Times New Roman"/>
              </a:rPr>
              <a:t>activities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predefined </a:t>
            </a:r>
            <a:r>
              <a:rPr dirty="0" sz="1800" spc="-20">
                <a:latin typeface="Times New Roman"/>
                <a:cs typeface="Times New Roman"/>
              </a:rPr>
              <a:t>dialogue </a:t>
            </a:r>
            <a:r>
              <a:rPr dirty="0" sz="1800" spc="-5">
                <a:latin typeface="Times New Roman"/>
                <a:cs typeface="Times New Roman"/>
              </a:rPr>
              <a:t>options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>
                <a:latin typeface="Times New Roman"/>
                <a:cs typeface="Times New Roman"/>
              </a:rPr>
              <a:t>generate </a:t>
            </a:r>
            <a:r>
              <a:rPr dirty="0" sz="1800" spc="-15">
                <a:latin typeface="Times New Roman"/>
                <a:cs typeface="Times New Roman"/>
              </a:rPr>
              <a:t>dynamic </a:t>
            </a:r>
            <a:r>
              <a:rPr dirty="0" sz="1800">
                <a:latin typeface="Times New Roman"/>
                <a:cs typeface="Times New Roman"/>
              </a:rPr>
              <a:t>responses </a:t>
            </a:r>
            <a:r>
              <a:rPr dirty="0" sz="1800" spc="5">
                <a:latin typeface="Times New Roman"/>
                <a:cs typeface="Times New Roman"/>
              </a:rPr>
              <a:t>based </a:t>
            </a:r>
            <a:r>
              <a:rPr dirty="0" sz="1800">
                <a:latin typeface="Times New Roman"/>
                <a:cs typeface="Times New Roman"/>
              </a:rPr>
              <a:t>on user  </a:t>
            </a:r>
            <a:r>
              <a:rPr dirty="0" sz="1800" spc="-10">
                <a:latin typeface="Times New Roman"/>
                <a:cs typeface="Times New Roman"/>
              </a:rPr>
              <a:t>inputs.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0982" y="146875"/>
            <a:ext cx="9552940" cy="42221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265"/>
              </a:spcBef>
              <a:buFont typeface="Times New Roman"/>
              <a:buAutoNum type="arabicPlain" startAt="8"/>
              <a:tabLst>
                <a:tab pos="231775" algn="l"/>
              </a:tabLst>
            </a:pPr>
            <a:r>
              <a:rPr dirty="0" sz="1800" spc="-10">
                <a:latin typeface="Times New Roman"/>
                <a:cs typeface="Times New Roman"/>
              </a:rPr>
              <a:t>A</a:t>
            </a:r>
            <a:r>
              <a:rPr dirty="0" sz="1800" spc="-10">
                <a:latin typeface="Times New Roman"/>
                <a:cs typeface="Times New Roman"/>
              </a:rPr>
              <a:t>dditional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Features:</a:t>
            </a:r>
            <a:endParaRPr sz="1800">
              <a:latin typeface="Times New Roman"/>
              <a:cs typeface="Times New Roman"/>
            </a:endParaRPr>
          </a:p>
          <a:p>
            <a:pPr lvl="1" marL="755650" marR="122555" indent="-285750">
              <a:lnSpc>
                <a:spcPct val="107700"/>
              </a:lnSpc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15">
                <a:latin typeface="Times New Roman"/>
                <a:cs typeface="Times New Roman"/>
              </a:rPr>
              <a:t>Implement </a:t>
            </a:r>
            <a:r>
              <a:rPr dirty="0" sz="1800" spc="-30">
                <a:latin typeface="Times New Roman"/>
                <a:cs typeface="Times New Roman"/>
              </a:rPr>
              <a:t>mini-games </a:t>
            </a:r>
            <a:r>
              <a:rPr dirty="0" sz="1800" spc="-15">
                <a:latin typeface="Times New Roman"/>
                <a:cs typeface="Times New Roman"/>
              </a:rPr>
              <a:t>inspired </a:t>
            </a:r>
            <a:r>
              <a:rPr dirty="0" sz="1800">
                <a:latin typeface="Times New Roman"/>
                <a:cs typeface="Times New Roman"/>
              </a:rPr>
              <a:t>by </a:t>
            </a:r>
            <a:r>
              <a:rPr dirty="0" sz="1800" spc="-10">
                <a:latin typeface="Times New Roman"/>
                <a:cs typeface="Times New Roman"/>
              </a:rPr>
              <a:t>popular </a:t>
            </a:r>
            <a:r>
              <a:rPr dirty="0" sz="1800" spc="-20">
                <a:latin typeface="Times New Roman"/>
                <a:cs typeface="Times New Roman"/>
              </a:rPr>
              <a:t>anime </a:t>
            </a:r>
            <a:r>
              <a:rPr dirty="0" sz="1800" spc="-10">
                <a:latin typeface="Times New Roman"/>
                <a:cs typeface="Times New Roman"/>
              </a:rPr>
              <a:t>genres, </a:t>
            </a:r>
            <a:r>
              <a:rPr dirty="0" sz="1800" spc="-5">
                <a:latin typeface="Times New Roman"/>
                <a:cs typeface="Times New Roman"/>
              </a:rPr>
              <a:t>such </a:t>
            </a:r>
            <a:r>
              <a:rPr dirty="0" sz="1800" spc="10">
                <a:latin typeface="Times New Roman"/>
                <a:cs typeface="Times New Roman"/>
              </a:rPr>
              <a:t>as </a:t>
            </a:r>
            <a:r>
              <a:rPr dirty="0" sz="1800" spc="-25">
                <a:latin typeface="Times New Roman"/>
                <a:cs typeface="Times New Roman"/>
              </a:rPr>
              <a:t>quizzes, puzzles, </a:t>
            </a:r>
            <a:r>
              <a:rPr dirty="0" sz="1800">
                <a:latin typeface="Times New Roman"/>
                <a:cs typeface="Times New Roman"/>
              </a:rPr>
              <a:t>or </a:t>
            </a:r>
            <a:r>
              <a:rPr dirty="0" sz="1800" spc="-15">
                <a:latin typeface="Times New Roman"/>
                <a:cs typeface="Times New Roman"/>
              </a:rPr>
              <a:t>memory  </a:t>
            </a:r>
            <a:r>
              <a:rPr dirty="0" sz="1800" spc="-20">
                <a:latin typeface="Times New Roman"/>
                <a:cs typeface="Times New Roman"/>
              </a:rPr>
              <a:t>games. </a:t>
            </a:r>
            <a:r>
              <a:rPr dirty="0" sz="1800" spc="-45">
                <a:latin typeface="Times New Roman"/>
                <a:cs typeface="Times New Roman"/>
              </a:rPr>
              <a:t>Use </a:t>
            </a:r>
            <a:r>
              <a:rPr dirty="0" sz="1800" spc="-10">
                <a:latin typeface="Times New Roman"/>
                <a:cs typeface="Times New Roman"/>
              </a:rPr>
              <a:t>UiPath </a:t>
            </a:r>
            <a:r>
              <a:rPr dirty="0" sz="1800" spc="-5">
                <a:latin typeface="Times New Roman"/>
                <a:cs typeface="Times New Roman"/>
              </a:rPr>
              <a:t>activities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 spc="-20">
                <a:latin typeface="Times New Roman"/>
                <a:cs typeface="Times New Roman"/>
              </a:rPr>
              <a:t>implement </a:t>
            </a:r>
            <a:r>
              <a:rPr dirty="0" sz="1800" spc="-25">
                <a:latin typeface="Times New Roman"/>
                <a:cs typeface="Times New Roman"/>
              </a:rPr>
              <a:t>game </a:t>
            </a:r>
            <a:r>
              <a:rPr dirty="0" sz="1800">
                <a:latin typeface="Times New Roman"/>
                <a:cs typeface="Times New Roman"/>
              </a:rPr>
              <a:t>mechanics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15">
                <a:latin typeface="Times New Roman"/>
                <a:cs typeface="Times New Roman"/>
              </a:rPr>
              <a:t>track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scores.</a:t>
            </a:r>
            <a:endParaRPr sz="1800">
              <a:latin typeface="Times New Roman"/>
              <a:cs typeface="Times New Roman"/>
            </a:endParaRPr>
          </a:p>
          <a:p>
            <a:pPr lvl="1" marL="755650" marR="97155" indent="-285750">
              <a:lnSpc>
                <a:spcPct val="104299"/>
              </a:lnSpc>
              <a:spcBef>
                <a:spcPts val="80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5">
                <a:latin typeface="Times New Roman"/>
                <a:cs typeface="Times New Roman"/>
              </a:rPr>
              <a:t>Develop </a:t>
            </a:r>
            <a:r>
              <a:rPr dirty="0" sz="1800">
                <a:latin typeface="Times New Roman"/>
                <a:cs typeface="Times New Roman"/>
              </a:rPr>
              <a:t>a </a:t>
            </a:r>
            <a:r>
              <a:rPr dirty="0" sz="1800" spc="-5">
                <a:latin typeface="Times New Roman"/>
                <a:cs typeface="Times New Roman"/>
              </a:rPr>
              <a:t>voice </a:t>
            </a:r>
            <a:r>
              <a:rPr dirty="0" sz="1800" spc="5">
                <a:latin typeface="Times New Roman"/>
                <a:cs typeface="Times New Roman"/>
              </a:rPr>
              <a:t>acting </a:t>
            </a:r>
            <a:r>
              <a:rPr dirty="0" sz="1800" spc="-20">
                <a:latin typeface="Times New Roman"/>
                <a:cs typeface="Times New Roman"/>
              </a:rPr>
              <a:t>module </a:t>
            </a:r>
            <a:r>
              <a:rPr dirty="0" sz="1800">
                <a:latin typeface="Times New Roman"/>
                <a:cs typeface="Times New Roman"/>
              </a:rPr>
              <a:t>where users </a:t>
            </a:r>
            <a:r>
              <a:rPr dirty="0" sz="1800" spc="15">
                <a:latin typeface="Times New Roman"/>
                <a:cs typeface="Times New Roman"/>
              </a:rPr>
              <a:t>can </a:t>
            </a:r>
            <a:r>
              <a:rPr dirty="0" sz="1800" spc="5">
                <a:latin typeface="Times New Roman"/>
                <a:cs typeface="Times New Roman"/>
              </a:rPr>
              <a:t>record </a:t>
            </a:r>
            <a:r>
              <a:rPr dirty="0" sz="1800">
                <a:latin typeface="Times New Roman"/>
                <a:cs typeface="Times New Roman"/>
              </a:rPr>
              <a:t>their voices or </a:t>
            </a:r>
            <a:r>
              <a:rPr dirty="0" sz="1800" spc="-10">
                <a:latin typeface="Times New Roman"/>
                <a:cs typeface="Times New Roman"/>
              </a:rPr>
              <a:t>use </a:t>
            </a:r>
            <a:r>
              <a:rPr dirty="0" sz="1800" spc="-5">
                <a:latin typeface="Times New Roman"/>
                <a:cs typeface="Times New Roman"/>
              </a:rPr>
              <a:t>pre-recorded </a:t>
            </a:r>
            <a:r>
              <a:rPr dirty="0" sz="1800" spc="-20">
                <a:latin typeface="Times New Roman"/>
                <a:cs typeface="Times New Roman"/>
              </a:rPr>
              <a:t>lines </a:t>
            </a:r>
            <a:r>
              <a:rPr dirty="0" sz="1800" spc="10">
                <a:latin typeface="Times New Roman"/>
                <a:cs typeface="Times New Roman"/>
              </a:rPr>
              <a:t>to  </a:t>
            </a:r>
            <a:r>
              <a:rPr dirty="0" sz="1800">
                <a:latin typeface="Times New Roman"/>
                <a:cs typeface="Times New Roman"/>
              </a:rPr>
              <a:t>dub </a:t>
            </a:r>
            <a:r>
              <a:rPr dirty="0" sz="1800" spc="-15">
                <a:latin typeface="Times New Roman"/>
                <a:cs typeface="Times New Roman"/>
              </a:rPr>
              <a:t>anime </a:t>
            </a:r>
            <a:r>
              <a:rPr dirty="0" sz="1800" spc="5">
                <a:latin typeface="Times New Roman"/>
                <a:cs typeface="Times New Roman"/>
              </a:rPr>
              <a:t>scenes </a:t>
            </a:r>
            <a:r>
              <a:rPr dirty="0" sz="1800">
                <a:latin typeface="Times New Roman"/>
                <a:cs typeface="Times New Roman"/>
              </a:rPr>
              <a:t>or </a:t>
            </a:r>
            <a:r>
              <a:rPr dirty="0" sz="1800" spc="-15">
                <a:latin typeface="Times New Roman"/>
                <a:cs typeface="Times New Roman"/>
              </a:rPr>
              <a:t>dialogue. </a:t>
            </a:r>
            <a:r>
              <a:rPr dirty="0" sz="1800" spc="-40">
                <a:latin typeface="Times New Roman"/>
                <a:cs typeface="Times New Roman"/>
              </a:rPr>
              <a:t>Utilize </a:t>
            </a:r>
            <a:r>
              <a:rPr dirty="0" sz="1800" spc="-10">
                <a:latin typeface="Times New Roman"/>
                <a:cs typeface="Times New Roman"/>
              </a:rPr>
              <a:t>UiPath's </a:t>
            </a:r>
            <a:r>
              <a:rPr dirty="0" sz="1800" spc="-5">
                <a:latin typeface="Times New Roman"/>
                <a:cs typeface="Times New Roman"/>
              </a:rPr>
              <a:t>audio </a:t>
            </a:r>
            <a:r>
              <a:rPr dirty="0" sz="1800">
                <a:latin typeface="Times New Roman"/>
                <a:cs typeface="Times New Roman"/>
              </a:rPr>
              <a:t>recording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playback</a:t>
            </a:r>
            <a:r>
              <a:rPr dirty="0" sz="1800" spc="-2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capabilities.</a:t>
            </a:r>
            <a:endParaRPr sz="18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165"/>
              </a:spcBef>
              <a:buAutoNum type="arabicPlain" startAt="8"/>
              <a:tabLst>
                <a:tab pos="241935" algn="l"/>
              </a:tabLst>
            </a:pPr>
            <a:r>
              <a:rPr dirty="0" sz="1800" spc="5">
                <a:latin typeface="Times New Roman"/>
                <a:cs typeface="Times New Roman"/>
              </a:rPr>
              <a:t>Error </a:t>
            </a:r>
            <a:r>
              <a:rPr dirty="0" sz="1800" spc="-15">
                <a:latin typeface="Times New Roman"/>
                <a:cs typeface="Times New Roman"/>
              </a:rPr>
              <a:t>Handling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Exception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Management:</a:t>
            </a:r>
            <a:endParaRPr sz="1800">
              <a:latin typeface="Times New Roman"/>
              <a:cs typeface="Times New Roman"/>
            </a:endParaRPr>
          </a:p>
          <a:p>
            <a:pPr lvl="1" marL="755650" marR="5080" indent="-285750">
              <a:lnSpc>
                <a:spcPct val="107800"/>
              </a:lnSpc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15">
                <a:latin typeface="Times New Roman"/>
                <a:cs typeface="Times New Roman"/>
              </a:rPr>
              <a:t>Implement </a:t>
            </a:r>
            <a:r>
              <a:rPr dirty="0" sz="1800" spc="5">
                <a:latin typeface="Times New Roman"/>
                <a:cs typeface="Times New Roman"/>
              </a:rPr>
              <a:t>error </a:t>
            </a:r>
            <a:r>
              <a:rPr dirty="0" sz="1800" spc="-10">
                <a:latin typeface="Times New Roman"/>
                <a:cs typeface="Times New Roman"/>
              </a:rPr>
              <a:t>handling mechanisms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 spc="-10">
                <a:latin typeface="Times New Roman"/>
                <a:cs typeface="Times New Roman"/>
              </a:rPr>
              <a:t>gracefully </a:t>
            </a:r>
            <a:r>
              <a:rPr dirty="0" sz="1800" spc="-5">
                <a:latin typeface="Times New Roman"/>
                <a:cs typeface="Times New Roman"/>
              </a:rPr>
              <a:t>handle </a:t>
            </a:r>
            <a:r>
              <a:rPr dirty="0" sz="1800" spc="5">
                <a:latin typeface="Times New Roman"/>
                <a:cs typeface="Times New Roman"/>
              </a:rPr>
              <a:t>errors and </a:t>
            </a:r>
            <a:r>
              <a:rPr dirty="0" sz="1800" spc="-10">
                <a:latin typeface="Times New Roman"/>
                <a:cs typeface="Times New Roman"/>
              </a:rPr>
              <a:t>provide </a:t>
            </a:r>
            <a:r>
              <a:rPr dirty="0" sz="1800" spc="-15">
                <a:latin typeface="Times New Roman"/>
                <a:cs typeface="Times New Roman"/>
              </a:rPr>
              <a:t>meaningful </a:t>
            </a:r>
            <a:r>
              <a:rPr dirty="0" sz="1800" spc="5">
                <a:latin typeface="Times New Roman"/>
                <a:cs typeface="Times New Roman"/>
              </a:rPr>
              <a:t>error  </a:t>
            </a:r>
            <a:r>
              <a:rPr dirty="0" sz="1800" spc="-15">
                <a:latin typeface="Times New Roman"/>
                <a:cs typeface="Times New Roman"/>
              </a:rPr>
              <a:t>messages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 spc="-25">
                <a:latin typeface="Times New Roman"/>
                <a:cs typeface="Times New Roman"/>
              </a:rPr>
              <a:t>guide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users.</a:t>
            </a:r>
            <a:endParaRPr sz="1800">
              <a:latin typeface="Times New Roman"/>
              <a:cs typeface="Times New Roman"/>
            </a:endParaRPr>
          </a:p>
          <a:p>
            <a:pPr lvl="1" marL="755650" marR="17780" indent="-285750">
              <a:lnSpc>
                <a:spcPct val="104299"/>
              </a:lnSpc>
              <a:spcBef>
                <a:spcPts val="75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45">
                <a:latin typeface="Times New Roman"/>
                <a:cs typeface="Times New Roman"/>
              </a:rPr>
              <a:t>Use </a:t>
            </a:r>
            <a:r>
              <a:rPr dirty="0" sz="1800" spc="5">
                <a:latin typeface="Times New Roman"/>
                <a:cs typeface="Times New Roman"/>
              </a:rPr>
              <a:t>exception </a:t>
            </a:r>
            <a:r>
              <a:rPr dirty="0" sz="1800" spc="-10">
                <a:latin typeface="Times New Roman"/>
                <a:cs typeface="Times New Roman"/>
              </a:rPr>
              <a:t>handling </a:t>
            </a:r>
            <a:r>
              <a:rPr dirty="0" sz="1800" spc="-5">
                <a:latin typeface="Times New Roman"/>
                <a:cs typeface="Times New Roman"/>
              </a:rPr>
              <a:t>activities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-10">
                <a:latin typeface="Times New Roman"/>
                <a:cs typeface="Times New Roman"/>
              </a:rPr>
              <a:t>workflows </a:t>
            </a:r>
            <a:r>
              <a:rPr dirty="0" sz="1800" spc="10">
                <a:latin typeface="Times New Roman"/>
                <a:cs typeface="Times New Roman"/>
              </a:rPr>
              <a:t>to </a:t>
            </a:r>
            <a:r>
              <a:rPr dirty="0" sz="1800" spc="-5">
                <a:latin typeface="Times New Roman"/>
                <a:cs typeface="Times New Roman"/>
              </a:rPr>
              <a:t>handle </a:t>
            </a:r>
            <a:r>
              <a:rPr dirty="0" sz="1800" spc="10">
                <a:latin typeface="Times New Roman"/>
                <a:cs typeface="Times New Roman"/>
              </a:rPr>
              <a:t>unexpected </a:t>
            </a:r>
            <a:r>
              <a:rPr dirty="0" sz="1800">
                <a:latin typeface="Times New Roman"/>
                <a:cs typeface="Times New Roman"/>
              </a:rPr>
              <a:t>scenarios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ensure </a:t>
            </a:r>
            <a:r>
              <a:rPr dirty="0" sz="1800" spc="5">
                <a:latin typeface="Times New Roman"/>
                <a:cs typeface="Times New Roman"/>
              </a:rPr>
              <a:t>the  </a:t>
            </a:r>
            <a:r>
              <a:rPr dirty="0" sz="1800">
                <a:latin typeface="Times New Roman"/>
                <a:cs typeface="Times New Roman"/>
              </a:rPr>
              <a:t>bot </a:t>
            </a:r>
            <a:r>
              <a:rPr dirty="0" sz="1800" spc="10">
                <a:latin typeface="Times New Roman"/>
                <a:cs typeface="Times New Roman"/>
              </a:rPr>
              <a:t>operates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30">
                <a:latin typeface="Times New Roman"/>
                <a:cs typeface="Times New Roman"/>
              </a:rPr>
              <a:t>smoothly.</a:t>
            </a:r>
            <a:endParaRPr sz="1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170"/>
              </a:spcBef>
              <a:buAutoNum type="arabicPlain" startAt="8"/>
              <a:tabLst>
                <a:tab pos="356235" algn="l"/>
              </a:tabLst>
            </a:pPr>
            <a:r>
              <a:rPr dirty="0" sz="1800" spc="-40">
                <a:latin typeface="Times New Roman"/>
                <a:cs typeface="Times New Roman"/>
              </a:rPr>
              <a:t>Testing </a:t>
            </a:r>
            <a:r>
              <a:rPr dirty="0" sz="1800" spc="5">
                <a:latin typeface="Times New Roman"/>
                <a:cs typeface="Times New Roman"/>
              </a:rPr>
              <a:t>and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Iteration:</a:t>
            </a:r>
            <a:endParaRPr sz="1800">
              <a:latin typeface="Times New Roman"/>
              <a:cs typeface="Times New Roman"/>
            </a:endParaRPr>
          </a:p>
          <a:p>
            <a:pPr lvl="1" marL="755650" indent="-286385">
              <a:lnSpc>
                <a:spcPct val="100000"/>
              </a:lnSpc>
              <a:spcBef>
                <a:spcPts val="170"/>
              </a:spcBef>
              <a:buFont typeface="Symbol"/>
              <a:buChar char=""/>
              <a:tabLst>
                <a:tab pos="755650" algn="l"/>
                <a:tab pos="756285" algn="l"/>
              </a:tabLst>
            </a:pPr>
            <a:r>
              <a:rPr dirty="0" sz="1800" spc="-50">
                <a:latin typeface="Times New Roman"/>
                <a:cs typeface="Times New Roman"/>
              </a:rPr>
              <a:t>Test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5">
                <a:latin typeface="Times New Roman"/>
                <a:cs typeface="Times New Roman"/>
              </a:rPr>
              <a:t>functionality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performance of </a:t>
            </a:r>
            <a:r>
              <a:rPr dirty="0" sz="1800" spc="5">
                <a:latin typeface="Times New Roman"/>
                <a:cs typeface="Times New Roman"/>
              </a:rPr>
              <a:t>the </a:t>
            </a:r>
            <a:r>
              <a:rPr dirty="0" sz="1800" spc="-15">
                <a:latin typeface="Times New Roman"/>
                <a:cs typeface="Times New Roman"/>
              </a:rPr>
              <a:t>anime </a:t>
            </a:r>
            <a:r>
              <a:rPr dirty="0" sz="1800" spc="-10">
                <a:latin typeface="Times New Roman"/>
                <a:cs typeface="Times New Roman"/>
              </a:rPr>
              <a:t>play</a:t>
            </a:r>
            <a:r>
              <a:rPr dirty="0" sz="1800" spc="-204">
                <a:latin typeface="Times New Roman"/>
                <a:cs typeface="Times New Roman"/>
              </a:rPr>
              <a:t> </a:t>
            </a:r>
            <a:r>
              <a:rPr dirty="0" sz="1800" spc="5">
                <a:latin typeface="Times New Roman"/>
                <a:cs typeface="Times New Roman"/>
              </a:rPr>
              <a:t>bot.</a:t>
            </a:r>
            <a:endParaRPr sz="1800">
              <a:latin typeface="Times New Roman"/>
              <a:cs typeface="Times New Roman"/>
            </a:endParaRPr>
          </a:p>
          <a:p>
            <a:pPr marL="12700" marR="770255">
              <a:lnSpc>
                <a:spcPts val="2100"/>
              </a:lnSpc>
              <a:spcBef>
                <a:spcPts val="1115"/>
              </a:spcBef>
            </a:pPr>
            <a:r>
              <a:rPr dirty="0" sz="1800" spc="5">
                <a:latin typeface="Times New Roman"/>
                <a:cs typeface="Times New Roman"/>
              </a:rPr>
              <a:t>Gather </a:t>
            </a:r>
            <a:r>
              <a:rPr dirty="0" sz="1800" spc="10">
                <a:latin typeface="Times New Roman"/>
                <a:cs typeface="Times New Roman"/>
              </a:rPr>
              <a:t>feedback </a:t>
            </a:r>
            <a:r>
              <a:rPr dirty="0" sz="1800">
                <a:latin typeface="Times New Roman"/>
                <a:cs typeface="Times New Roman"/>
              </a:rPr>
              <a:t>from </a:t>
            </a:r>
            <a:r>
              <a:rPr dirty="0" sz="1800" spc="-5">
                <a:latin typeface="Times New Roman"/>
                <a:cs typeface="Times New Roman"/>
              </a:rPr>
              <a:t>users </a:t>
            </a:r>
            <a:r>
              <a:rPr dirty="0" sz="1800" spc="5">
                <a:latin typeface="Times New Roman"/>
                <a:cs typeface="Times New Roman"/>
              </a:rPr>
              <a:t>and </a:t>
            </a:r>
            <a:r>
              <a:rPr dirty="0" sz="1800" spc="-10">
                <a:latin typeface="Times New Roman"/>
                <a:cs typeface="Times New Roman"/>
              </a:rPr>
              <a:t>make </a:t>
            </a:r>
            <a:r>
              <a:rPr dirty="0" sz="1800" spc="5">
                <a:latin typeface="Times New Roman"/>
                <a:cs typeface="Times New Roman"/>
              </a:rPr>
              <a:t>any </a:t>
            </a:r>
            <a:r>
              <a:rPr dirty="0" sz="1800">
                <a:latin typeface="Times New Roman"/>
                <a:cs typeface="Times New Roman"/>
              </a:rPr>
              <a:t>necessary </a:t>
            </a:r>
            <a:r>
              <a:rPr dirty="0" sz="1800" spc="-10">
                <a:latin typeface="Times New Roman"/>
                <a:cs typeface="Times New Roman"/>
              </a:rPr>
              <a:t>improvements </a:t>
            </a:r>
            <a:r>
              <a:rPr dirty="0" sz="1800">
                <a:latin typeface="Times New Roman"/>
                <a:cs typeface="Times New Roman"/>
              </a:rPr>
              <a:t>or </a:t>
            </a:r>
            <a:r>
              <a:rPr dirty="0" sz="1800" spc="-5">
                <a:latin typeface="Times New Roman"/>
                <a:cs typeface="Times New Roman"/>
              </a:rPr>
              <a:t>adjustments </a:t>
            </a:r>
            <a:r>
              <a:rPr dirty="0" sz="1800">
                <a:latin typeface="Times New Roman"/>
                <a:cs typeface="Times New Roman"/>
              </a:rPr>
              <a:t>based on</a:t>
            </a:r>
            <a:r>
              <a:rPr dirty="0" sz="1800" spc="-180">
                <a:latin typeface="Times New Roman"/>
                <a:cs typeface="Times New Roman"/>
              </a:rPr>
              <a:t> </a:t>
            </a:r>
            <a:r>
              <a:rPr dirty="0" sz="1800" spc="5">
                <a:latin typeface="Times New Roman"/>
                <a:cs typeface="Times New Roman"/>
              </a:rPr>
              <a:t>the  </a:t>
            </a:r>
            <a:r>
              <a:rPr dirty="0" sz="1800" spc="10">
                <a:latin typeface="Times New Roman"/>
                <a:cs typeface="Times New Roman"/>
              </a:rPr>
              <a:t>feedback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880" y="375538"/>
            <a:ext cx="2712720" cy="6781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15">
                <a:latin typeface="Times New Roman"/>
                <a:cs typeface="Times New Roman"/>
              </a:rPr>
              <a:t>PR</a:t>
            </a:r>
            <a:r>
              <a:rPr dirty="0" sz="4250" spc="-10">
                <a:latin typeface="Times New Roman"/>
                <a:cs typeface="Times New Roman"/>
              </a:rPr>
              <a:t>O</a:t>
            </a:r>
            <a:r>
              <a:rPr dirty="0" sz="4250" spc="20">
                <a:latin typeface="Times New Roman"/>
                <a:cs typeface="Times New Roman"/>
              </a:rPr>
              <a:t>C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30">
                <a:latin typeface="Times New Roman"/>
                <a:cs typeface="Times New Roman"/>
              </a:rPr>
              <a:t>SS</a:t>
            </a:r>
            <a:r>
              <a:rPr dirty="0" sz="4250" spc="10">
                <a:latin typeface="Times New Roman"/>
                <a:cs typeface="Times New Roman"/>
              </a:rPr>
              <a:t>: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92501" y="2804731"/>
            <a:ext cx="15316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0" b="1">
                <a:latin typeface="Carlito"/>
                <a:cs typeface="Carlito"/>
              </a:rPr>
              <a:t>Building </a:t>
            </a:r>
            <a:r>
              <a:rPr dirty="0" sz="1200" spc="15" b="1">
                <a:latin typeface="Carlito"/>
                <a:cs typeface="Carlito"/>
              </a:rPr>
              <a:t>the data</a:t>
            </a:r>
            <a:r>
              <a:rPr dirty="0" sz="1200" spc="-190" b="1">
                <a:latin typeface="Carlito"/>
                <a:cs typeface="Carlito"/>
              </a:rPr>
              <a:t> </a:t>
            </a:r>
            <a:r>
              <a:rPr dirty="0" sz="1200" spc="5" b="1">
                <a:latin typeface="Carlito"/>
                <a:cs typeface="Carlito"/>
              </a:rPr>
              <a:t>table: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6700" y="1171575"/>
            <a:ext cx="5953125" cy="3114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86500" y="914400"/>
            <a:ext cx="5295900" cy="3495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190500"/>
            <a:ext cx="10953750" cy="6391275"/>
            <a:chOff x="304800" y="190500"/>
            <a:chExt cx="10953750" cy="6391275"/>
          </a:xfrm>
        </p:grpSpPr>
        <p:sp>
          <p:nvSpPr>
            <p:cNvPr id="3" name="object 3"/>
            <p:cNvSpPr/>
            <p:nvPr/>
          </p:nvSpPr>
          <p:spPr>
            <a:xfrm>
              <a:off x="304800" y="190500"/>
              <a:ext cx="5114925" cy="34385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210175" y="2990850"/>
              <a:ext cx="6048375" cy="35909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9075" y="228600"/>
            <a:ext cx="11715750" cy="6305550"/>
            <a:chOff x="219075" y="228600"/>
            <a:chExt cx="11715750" cy="6305550"/>
          </a:xfrm>
        </p:grpSpPr>
        <p:sp>
          <p:nvSpPr>
            <p:cNvPr id="3" name="object 3"/>
            <p:cNvSpPr/>
            <p:nvPr/>
          </p:nvSpPr>
          <p:spPr>
            <a:xfrm>
              <a:off x="219075" y="228600"/>
              <a:ext cx="5772150" cy="33147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991225" y="3429000"/>
              <a:ext cx="5943600" cy="31051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7175" y="228600"/>
            <a:ext cx="3857625" cy="2095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33350" y="0"/>
            <a:ext cx="11801475" cy="6086475"/>
            <a:chOff x="133350" y="0"/>
            <a:chExt cx="11801475" cy="6086475"/>
          </a:xfrm>
        </p:grpSpPr>
        <p:sp>
          <p:nvSpPr>
            <p:cNvPr id="4" name="object 4"/>
            <p:cNvSpPr/>
            <p:nvPr/>
          </p:nvSpPr>
          <p:spPr>
            <a:xfrm>
              <a:off x="4819650" y="0"/>
              <a:ext cx="7115175" cy="40100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3350" y="2971800"/>
              <a:ext cx="5543550" cy="311467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915775" cy="6772275"/>
            <a:chOff x="0" y="0"/>
            <a:chExt cx="11915775" cy="677227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429374" cy="36099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096000" y="3562348"/>
              <a:ext cx="5819775" cy="32099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05"/>
              </a:spcBef>
            </a:pPr>
            <a:r>
              <a:rPr dirty="0" spc="65"/>
              <a:t>ボ</a:t>
            </a:r>
            <a:r>
              <a:rPr dirty="0" spc="5"/>
              <a:t>ット</a:t>
            </a:r>
            <a:r>
              <a:rPr dirty="0" spc="60"/>
              <a:t>が</a:t>
            </a:r>
            <a:r>
              <a:rPr dirty="0" spc="5"/>
              <a:t>実行</a:t>
            </a:r>
            <a:r>
              <a:rPr dirty="0" spc="60"/>
              <a:t>中</a:t>
            </a:r>
            <a:r>
              <a:rPr dirty="0" spc="5"/>
              <a:t>です</a:t>
            </a:r>
          </a:p>
          <a:p>
            <a:pPr marL="11430">
              <a:lnSpc>
                <a:spcPct val="100000"/>
              </a:lnSpc>
              <a:spcBef>
                <a:spcPts val="25"/>
              </a:spcBef>
            </a:pPr>
            <a:endParaRPr sz="2500"/>
          </a:p>
          <a:p>
            <a:pPr algn="ctr" marL="11430" marR="427355">
              <a:lnSpc>
                <a:spcPct val="100000"/>
              </a:lnSpc>
            </a:pPr>
            <a:r>
              <a:rPr dirty="0">
                <a:latin typeface="Times New Roman"/>
                <a:cs typeface="Times New Roman"/>
              </a:rPr>
              <a:t>Thank</a:t>
            </a:r>
            <a:r>
              <a:rPr dirty="0" spc="-250">
                <a:latin typeface="Times New Roman"/>
                <a:cs typeface="Times New Roman"/>
              </a:rPr>
              <a:t> </a:t>
            </a:r>
            <a:r>
              <a:rPr dirty="0" spc="-200">
                <a:latin typeface="Times New Roman"/>
                <a:cs typeface="Times New Roman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2023-06-27T18:29:48Z</dcterms:created>
  <dcterms:modified xsi:type="dcterms:W3CDTF">2023-06-27T18:29:48Z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2023-06-27T00:00:00Z</vt:filetime>
  </property>
  <property fmtid="{D5CDD505-2E9C-101B-9397-08002B2CF9AE}" pid="3" name="LastSaved">
    <vt:filetime>2023-06-27T00:00:00Z</vt:filetime>
  </property>
</Properties>
</file>